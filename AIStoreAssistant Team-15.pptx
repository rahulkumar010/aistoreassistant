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5"/>
  </p:sldMasterIdLst>
  <p:notesMasterIdLst>
    <p:notesMasterId r:id="rId16"/>
  </p:notesMasterIdLst>
  <p:handoutMasterIdLst>
    <p:handoutMasterId r:id="rId17"/>
  </p:handoutMasterIdLst>
  <p:sldIdLst>
    <p:sldId id="256" r:id="rId6"/>
    <p:sldId id="257" r:id="rId7"/>
    <p:sldId id="11153" r:id="rId8"/>
    <p:sldId id="262" r:id="rId9"/>
    <p:sldId id="2147471576" r:id="rId10"/>
    <p:sldId id="11171" r:id="rId11"/>
    <p:sldId id="2147471578" r:id="rId12"/>
    <p:sldId id="2147471574" r:id="rId13"/>
    <p:sldId id="2147471577" r:id="rId14"/>
    <p:sldId id="21474715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B87"/>
    <a:srgbClr val="F2F3F9"/>
    <a:srgbClr val="C2C7CF"/>
    <a:srgbClr val="ECECEC"/>
    <a:srgbClr val="DEE2E9"/>
    <a:srgbClr val="F3E9FA"/>
    <a:srgbClr val="EADCF5"/>
    <a:srgbClr val="5D64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at Gautam" userId="S::bharat.gautam@accordion.com::3045832a-ff41-458e-a371-66d9ff7d14ed" providerId="AD" clId="Web-{9660CBAE-CF91-17C0-B187-9E9A93C5DBCB}"/>
    <pc:docChg chg="modSld">
      <pc:chgData name="Bharat Gautam" userId="S::bharat.gautam@accordion.com::3045832a-ff41-458e-a371-66d9ff7d14ed" providerId="AD" clId="Web-{9660CBAE-CF91-17C0-B187-9E9A93C5DBCB}" dt="2024-11-27T07:56:52.537" v="1" actId="1076"/>
      <pc:docMkLst>
        <pc:docMk/>
      </pc:docMkLst>
      <pc:sldChg chg="modSp">
        <pc:chgData name="Bharat Gautam" userId="S::bharat.gautam@accordion.com::3045832a-ff41-458e-a371-66d9ff7d14ed" providerId="AD" clId="Web-{9660CBAE-CF91-17C0-B187-9E9A93C5DBCB}" dt="2024-11-27T07:56:52.537" v="1" actId="1076"/>
        <pc:sldMkLst>
          <pc:docMk/>
          <pc:sldMk cId="2334625560" sldId="2147471562"/>
        </pc:sldMkLst>
      </pc:sldChg>
    </pc:docChg>
  </pc:docChgLst>
  <pc:docChgLst>
    <pc:chgData name="Satvika Puram" userId="23ce9045-90c4-4358-977e-29d27d4978f5" providerId="ADAL" clId="{A5EC0D69-7F8B-48BE-B278-5591F25977EE}"/>
    <pc:docChg chg="modSld sldOrd modMainMaster">
      <pc:chgData name="Satvika Puram" userId="23ce9045-90c4-4358-977e-29d27d4978f5" providerId="ADAL" clId="{A5EC0D69-7F8B-48BE-B278-5591F25977EE}" dt="2024-08-12T10:41:02.376" v="2" actId="207"/>
      <pc:docMkLst>
        <pc:docMk/>
      </pc:docMkLst>
      <pc:sldChg chg="ord">
        <pc:chgData name="Satvika Puram" userId="23ce9045-90c4-4358-977e-29d27d4978f5" providerId="ADAL" clId="{A5EC0D69-7F8B-48BE-B278-5591F25977EE}" dt="2024-08-12T10:39:10.408" v="0" actId="20578"/>
        <pc:sldMkLst>
          <pc:docMk/>
          <pc:sldMk cId="2004771510" sldId="256"/>
        </pc:sldMkLst>
      </pc:sldChg>
      <pc:sldChg chg="ord">
        <pc:chgData name="Satvika Puram" userId="23ce9045-90c4-4358-977e-29d27d4978f5" providerId="ADAL" clId="{A5EC0D69-7F8B-48BE-B278-5591F25977EE}" dt="2024-08-12T10:39:10.409" v="1"/>
        <pc:sldMkLst>
          <pc:docMk/>
          <pc:sldMk cId="3930363171" sldId="257"/>
        </pc:sldMkLst>
      </pc:sldChg>
      <pc:sldMasterChg chg="modSldLayout">
        <pc:chgData name="Satvika Puram" userId="23ce9045-90c4-4358-977e-29d27d4978f5" providerId="ADAL" clId="{A5EC0D69-7F8B-48BE-B278-5591F25977EE}" dt="2024-08-12T10:41:02.376" v="2" actId="207"/>
        <pc:sldMasterMkLst>
          <pc:docMk/>
          <pc:sldMasterMk cId="554840595" sldId="2147483648"/>
        </pc:sldMasterMkLst>
        <pc:sldLayoutChg chg="modSp mod">
          <pc:chgData name="Satvika Puram" userId="23ce9045-90c4-4358-977e-29d27d4978f5" providerId="ADAL" clId="{A5EC0D69-7F8B-48BE-B278-5591F25977EE}" dt="2024-08-12T10:41:02.376" v="2" actId="207"/>
          <pc:sldLayoutMkLst>
            <pc:docMk/>
            <pc:sldMasterMk cId="554840595" sldId="2147483648"/>
            <pc:sldLayoutMk cId="5697655" sldId="2147483680"/>
          </pc:sldLayoutMkLst>
        </pc:sldLayoutChg>
      </pc:sldMasterChg>
    </pc:docChg>
  </pc:docChgLst>
  <pc:docChgLst>
    <pc:chgData name="Srujana Teegala" userId="9d29be43-5093-4c0c-b0b3-5605c4c7935a" providerId="ADAL" clId="{12938512-EC5A-49DE-A947-47CB8757F6D0}"/>
    <pc:docChg chg="custSel modSld">
      <pc:chgData name="Srujana Teegala" userId="9d29be43-5093-4c0c-b0b3-5605c4c7935a" providerId="ADAL" clId="{12938512-EC5A-49DE-A947-47CB8757F6D0}" dt="2025-09-16T09:49:41.609" v="1" actId="478"/>
      <pc:docMkLst>
        <pc:docMk/>
      </pc:docMkLst>
      <pc:sldChg chg="addSp delSp modSp mod">
        <pc:chgData name="Srujana Teegala" userId="9d29be43-5093-4c0c-b0b3-5605c4c7935a" providerId="ADAL" clId="{12938512-EC5A-49DE-A947-47CB8757F6D0}" dt="2025-09-16T09:49:41.609" v="1" actId="478"/>
        <pc:sldMkLst>
          <pc:docMk/>
          <pc:sldMk cId="3657563215" sldId="2147471556"/>
        </pc:sldMkLst>
        <pc:picChg chg="add del mod">
          <ac:chgData name="Srujana Teegala" userId="9d29be43-5093-4c0c-b0b3-5605c4c7935a" providerId="ADAL" clId="{12938512-EC5A-49DE-A947-47CB8757F6D0}" dt="2025-09-16T09:49:41.609" v="1" actId="478"/>
          <ac:picMkLst>
            <pc:docMk/>
            <pc:sldMk cId="3657563215" sldId="2147471556"/>
            <ac:picMk id="16" creationId="{73C62A3E-6D1A-A77A-5139-400C7336AEB3}"/>
          </ac:picMkLst>
        </pc:picChg>
      </pc:sldChg>
    </pc:docChg>
  </pc:docChgLst>
  <pc:docChgLst>
    <pc:chgData name="Keerthana N" userId="S::keerthana_n@merilytics.com::7319877a-9e36-45ed-9df7-db10bdd0169f" providerId="AD" clId="Web-{D9CDDD5D-19EA-5890-6DB0-20FF0451FE4B}"/>
    <pc:docChg chg="modSld">
      <pc:chgData name="Keerthana N" userId="S::keerthana_n@merilytics.com::7319877a-9e36-45ed-9df7-db10bdd0169f" providerId="AD" clId="Web-{D9CDDD5D-19EA-5890-6DB0-20FF0451FE4B}" dt="2024-07-29T10:35:58.243" v="0"/>
      <pc:docMkLst>
        <pc:docMk/>
      </pc:docMkLst>
      <pc:sldChg chg="modSp">
        <pc:chgData name="Keerthana N" userId="S::keerthana_n@merilytics.com::7319877a-9e36-45ed-9df7-db10bdd0169f" providerId="AD" clId="Web-{D9CDDD5D-19EA-5890-6DB0-20FF0451FE4B}" dt="2024-07-29T10:35:58.243" v="0"/>
        <pc:sldMkLst>
          <pc:docMk/>
          <pc:sldMk cId="321168592" sldId="11168"/>
        </pc:sldMkLst>
      </pc:sldChg>
    </pc:docChg>
  </pc:docChgLst>
  <pc:docChgLst>
    <pc:chgData name="Keerthana N" userId="2e97c340-504e-4937-8305-03a3ef3e4636" providerId="ADAL" clId="{34333EE7-0388-4ECE-B507-EF220871E600}"/>
    <pc:docChg chg="undo custSel modSld">
      <pc:chgData name="Keerthana N" userId="2e97c340-504e-4937-8305-03a3ef3e4636" providerId="ADAL" clId="{34333EE7-0388-4ECE-B507-EF220871E600}" dt="2025-09-05T10:37:01.510" v="7" actId="207"/>
      <pc:docMkLst>
        <pc:docMk/>
      </pc:docMkLst>
      <pc:sldChg chg="modSp mod">
        <pc:chgData name="Keerthana N" userId="2e97c340-504e-4937-8305-03a3ef3e4636" providerId="ADAL" clId="{34333EE7-0388-4ECE-B507-EF220871E600}" dt="2025-09-05T10:37:01.510" v="7" actId="207"/>
        <pc:sldMkLst>
          <pc:docMk/>
          <pc:sldMk cId="2004771510" sldId="256"/>
        </pc:sldMkLst>
        <pc:spChg chg="mod">
          <ac:chgData name="Keerthana N" userId="2e97c340-504e-4937-8305-03a3ef3e4636" providerId="ADAL" clId="{34333EE7-0388-4ECE-B507-EF220871E600}" dt="2025-09-05T10:37:01.510" v="7" actId="207"/>
          <ac:spMkLst>
            <pc:docMk/>
            <pc:sldMk cId="2004771510" sldId="256"/>
            <ac:spMk id="6" creationId="{29AF65E8-5CEA-46E3-47E2-60EB5962E39E}"/>
          </ac:spMkLst>
        </pc:spChg>
      </pc:sldChg>
      <pc:sldChg chg="modSp mod">
        <pc:chgData name="Keerthana N" userId="2e97c340-504e-4937-8305-03a3ef3e4636" providerId="ADAL" clId="{34333EE7-0388-4ECE-B507-EF220871E600}" dt="2025-09-05T10:02:53.768" v="3" actId="207"/>
        <pc:sldMkLst>
          <pc:docMk/>
          <pc:sldMk cId="856379769" sldId="11163"/>
        </pc:sldMkLst>
        <pc:graphicFrameChg chg="modGraphic">
          <ac:chgData name="Keerthana N" userId="2e97c340-504e-4937-8305-03a3ef3e4636" providerId="ADAL" clId="{34333EE7-0388-4ECE-B507-EF220871E600}" dt="2025-09-05T10:02:53.768" v="3" actId="207"/>
          <ac:graphicFrameMkLst>
            <pc:docMk/>
            <pc:sldMk cId="856379769" sldId="11163"/>
            <ac:graphicFrameMk id="18" creationId="{695169FC-8890-C9A1-39FB-36F7EE07712D}"/>
          </ac:graphicFrameMkLst>
        </pc:graphicFrameChg>
      </pc:sldChg>
    </pc:docChg>
  </pc:docChgLst>
  <pc:docChgLst>
    <pc:chgData name="Keerthana N" userId="7319877a-9e36-45ed-9df7-db10bdd0169f" providerId="ADAL" clId="{A1F16469-DE12-4689-B740-8925E6752CC6}"/>
    <pc:docChg chg="custSel modSld">
      <pc:chgData name="Keerthana N" userId="7319877a-9e36-45ed-9df7-db10bdd0169f" providerId="ADAL" clId="{A1F16469-DE12-4689-B740-8925E6752CC6}" dt="2024-07-29T10:36:24.536" v="0" actId="207"/>
      <pc:docMkLst>
        <pc:docMk/>
      </pc:docMkLst>
      <pc:sldChg chg="modSp mod">
        <pc:chgData name="Keerthana N" userId="7319877a-9e36-45ed-9df7-db10bdd0169f" providerId="ADAL" clId="{A1F16469-DE12-4689-B740-8925E6752CC6}" dt="2024-07-29T10:36:24.536" v="0" actId="207"/>
        <pc:sldMkLst>
          <pc:docMk/>
          <pc:sldMk cId="321168592" sldId="11168"/>
        </pc:sldMkLst>
      </pc:sldChg>
    </pc:docChg>
  </pc:docChgLst>
  <pc:docChgLst>
    <pc:chgData name="Mahesh Birudu" userId="S::mahesh.birudu@accordion.com::10fee94c-a0ef-4a27-b37a-1965d8fe4333" providerId="AD" clId="Web-{373E6594-4A0A-005B-705A-4B56B7AD81FF}"/>
    <pc:docChg chg="sldOrd">
      <pc:chgData name="Mahesh Birudu" userId="S::mahesh.birudu@accordion.com::10fee94c-a0ef-4a27-b37a-1965d8fe4333" providerId="AD" clId="Web-{373E6594-4A0A-005B-705A-4B56B7AD81FF}" dt="2024-12-24T10:04:28.877" v="0"/>
      <pc:docMkLst>
        <pc:docMk/>
      </pc:docMkLst>
      <pc:sldChg chg="ord">
        <pc:chgData name="Mahesh Birudu" userId="S::mahesh.birudu@accordion.com::10fee94c-a0ef-4a27-b37a-1965d8fe4333" providerId="AD" clId="Web-{373E6594-4A0A-005B-705A-4B56B7AD81FF}" dt="2024-12-24T10:04:28.877" v="0"/>
        <pc:sldMkLst>
          <pc:docMk/>
          <pc:sldMk cId="3653593891" sldId="2147471554"/>
        </pc:sldMkLst>
      </pc:sldChg>
    </pc:docChg>
  </pc:docChgLst>
  <pc:docChgLst>
    <pc:chgData name="Prerna Kumari" userId="S::prerna.kumari@accordion.com::e1834091-b022-42ef-ba00-295b5eda4ffe" providerId="AD" clId="Web-{7E38F0A4-3564-6C8B-185B-FFE5E30346B5}"/>
    <pc:docChg chg="modSld">
      <pc:chgData name="Prerna Kumari" userId="S::prerna.kumari@accordion.com::e1834091-b022-42ef-ba00-295b5eda4ffe" providerId="AD" clId="Web-{7E38F0A4-3564-6C8B-185B-FFE5E30346B5}" dt="2025-04-24T20:18:07.493" v="30"/>
      <pc:docMkLst>
        <pc:docMk/>
      </pc:docMkLst>
      <pc:sldChg chg="addSp delSp modSp">
        <pc:chgData name="Prerna Kumari" userId="S::prerna.kumari@accordion.com::e1834091-b022-42ef-ba00-295b5eda4ffe" providerId="AD" clId="Web-{7E38F0A4-3564-6C8B-185B-FFE5E30346B5}" dt="2025-04-24T20:17:52.164" v="28"/>
        <pc:sldMkLst>
          <pc:docMk/>
          <pc:sldMk cId="1196447596" sldId="266"/>
        </pc:sldMkLst>
      </pc:sldChg>
      <pc:sldChg chg="addSp delSp modSp">
        <pc:chgData name="Prerna Kumari" userId="S::prerna.kumari@accordion.com::e1834091-b022-42ef-ba00-295b5eda4ffe" providerId="AD" clId="Web-{7E38F0A4-3564-6C8B-185B-FFE5E30346B5}" dt="2025-04-24T20:18:07.493" v="30"/>
        <pc:sldMkLst>
          <pc:docMk/>
          <pc:sldMk cId="59662156" sldId="11162"/>
        </pc:sldMkLst>
      </pc:sldChg>
    </pc:docChg>
  </pc:docChgLst>
  <pc:docChgLst>
    <pc:chgData name="Satvika Puram" userId="S::satvika.puram@accordion.com::7eb76bd9-429b-47cd-b454-5897e1947b84" providerId="AD" clId="Web-{9012C633-64B2-7D2E-EE3B-61C38C6C63CD}"/>
    <pc:docChg chg="sldOrd">
      <pc:chgData name="Satvika Puram" userId="S::satvika.puram@accordion.com::7eb76bd9-429b-47cd-b454-5897e1947b84" providerId="AD" clId="Web-{9012C633-64B2-7D2E-EE3B-61C38C6C63CD}" dt="2025-04-08T05:06:52.833" v="0"/>
      <pc:docMkLst>
        <pc:docMk/>
      </pc:docMkLst>
      <pc:sldChg chg="ord">
        <pc:chgData name="Satvika Puram" userId="S::satvika.puram@accordion.com::7eb76bd9-429b-47cd-b454-5897e1947b84" providerId="AD" clId="Web-{9012C633-64B2-7D2E-EE3B-61C38C6C63CD}" dt="2025-04-08T05:06:52.833" v="0"/>
        <pc:sldMkLst>
          <pc:docMk/>
          <pc:sldMk cId="856379769" sldId="11163"/>
        </pc:sldMkLst>
      </pc:sldChg>
    </pc:docChg>
  </pc:docChgLst>
  <pc:docChgLst>
    <pc:chgData name="Keerthana N" userId="2e97c340-504e-4937-8305-03a3ef3e4636" providerId="ADAL" clId="{569FDEF8-EA71-482C-9F97-806F4A1E8AAC}"/>
    <pc:docChg chg="modSld">
      <pc:chgData name="Keerthana N" userId="2e97c340-504e-4937-8305-03a3ef3e4636" providerId="ADAL" clId="{569FDEF8-EA71-482C-9F97-806F4A1E8AAC}" dt="2024-12-07T15:57:27.548" v="1" actId="1035"/>
      <pc:docMkLst>
        <pc:docMk/>
      </pc:docMkLst>
      <pc:sldChg chg="modSp mod">
        <pc:chgData name="Keerthana N" userId="2e97c340-504e-4937-8305-03a3ef3e4636" providerId="ADAL" clId="{569FDEF8-EA71-482C-9F97-806F4A1E8AAC}" dt="2024-12-07T15:57:27.548" v="1" actId="1035"/>
        <pc:sldMkLst>
          <pc:docMk/>
          <pc:sldMk cId="148714762" sldId="11172"/>
        </pc:sldMkLst>
      </pc:sldChg>
    </pc:docChg>
  </pc:docChgLst>
  <pc:docChgLst>
    <pc:chgData name="Mahesh Birudu" userId="S::mahesh.birudu@accordion.com::10fee94c-a0ef-4a27-b37a-1965d8fe4333" providerId="AD" clId="Web-{B0755394-22C3-E01B-189C-A9A3B2D4B0B7}"/>
    <pc:docChg chg="modSld">
      <pc:chgData name="Mahesh Birudu" userId="S::mahesh.birudu@accordion.com::10fee94c-a0ef-4a27-b37a-1965d8fe4333" providerId="AD" clId="Web-{B0755394-22C3-E01B-189C-A9A3B2D4B0B7}" dt="2024-12-10T17:37:03.475" v="1" actId="14100"/>
      <pc:docMkLst>
        <pc:docMk/>
      </pc:docMkLst>
      <pc:sldChg chg="modSp">
        <pc:chgData name="Mahesh Birudu" userId="S::mahesh.birudu@accordion.com::10fee94c-a0ef-4a27-b37a-1965d8fe4333" providerId="AD" clId="Web-{B0755394-22C3-E01B-189C-A9A3B2D4B0B7}" dt="2024-12-10T17:37:03.475" v="1" actId="14100"/>
        <pc:sldMkLst>
          <pc:docMk/>
          <pc:sldMk cId="3653593891" sldId="214747155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98A47E-67F5-3B0A-FE1F-0268476206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51C4D34-2FF2-D696-A93C-1F0627088A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F6C6A7-2053-5A4D-ADC3-176766B92F28}" type="datetimeFigureOut">
              <a:rPr lang="en-US" smtClean="0"/>
              <a:t>11/9/2025</a:t>
            </a:fld>
            <a:endParaRPr lang="en-US"/>
          </a:p>
        </p:txBody>
      </p:sp>
      <p:sp>
        <p:nvSpPr>
          <p:cNvPr id="4" name="Footer Placeholder 3">
            <a:extLst>
              <a:ext uri="{FF2B5EF4-FFF2-40B4-BE49-F238E27FC236}">
                <a16:creationId xmlns:a16="http://schemas.microsoft.com/office/drawing/2014/main" id="{6104D5D6-D43C-47E1-5621-FC3BEC2818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7D34924-36EE-1AA4-E9D0-D2FC34DA12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6C6000-3227-F349-B3B0-28CC1BA528DB}" type="slidenum">
              <a:rPr lang="en-US" smtClean="0"/>
              <a:t>‹#›</a:t>
            </a:fld>
            <a:endParaRPr lang="en-US"/>
          </a:p>
        </p:txBody>
      </p:sp>
    </p:spTree>
    <p:extLst>
      <p:ext uri="{BB962C8B-B14F-4D97-AF65-F5344CB8AC3E}">
        <p14:creationId xmlns:p14="http://schemas.microsoft.com/office/powerpoint/2010/main" val="109865408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BDCE23-A160-AC47-B0F5-A8F6CA642B9F}"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E4E71B-69D7-B84D-A281-9EE9F71370C5}" type="slidenum">
              <a:rPr lang="en-US" smtClean="0"/>
              <a:t>‹#›</a:t>
            </a:fld>
            <a:endParaRPr lang="en-US"/>
          </a:p>
        </p:txBody>
      </p:sp>
    </p:spTree>
    <p:extLst>
      <p:ext uri="{BB962C8B-B14F-4D97-AF65-F5344CB8AC3E}">
        <p14:creationId xmlns:p14="http://schemas.microsoft.com/office/powerpoint/2010/main" val="3643005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l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E52E59-2F8A-E68C-0750-555E1406654B}"/>
              </a:ext>
            </a:extLst>
          </p:cNvPr>
          <p:cNvPicPr>
            <a:picLocks noChangeAspect="1"/>
          </p:cNvPicPr>
          <p:nvPr userDrawn="1"/>
        </p:nvPicPr>
        <p:blipFill>
          <a:blip r:embed="rId2"/>
          <a:srcRect/>
          <a:stretch/>
        </p:blipFill>
        <p:spPr>
          <a:xfrm>
            <a:off x="4267200" y="685799"/>
            <a:ext cx="7924800" cy="6172201"/>
          </a:xfrm>
          <a:prstGeom prst="rect">
            <a:avLst/>
          </a:prstGeom>
        </p:spPr>
      </p:pic>
      <p:pic>
        <p:nvPicPr>
          <p:cNvPr id="16" name="Picture 15" descr="A black and grey letter on a black background&#10;&#10;Description automatically generated">
            <a:extLst>
              <a:ext uri="{FF2B5EF4-FFF2-40B4-BE49-F238E27FC236}">
                <a16:creationId xmlns:a16="http://schemas.microsoft.com/office/drawing/2014/main" id="{ED47B22C-D932-A326-9860-33BB1B19C489}"/>
              </a:ext>
            </a:extLst>
          </p:cNvPr>
          <p:cNvPicPr>
            <a:picLocks noChangeAspect="1"/>
          </p:cNvPicPr>
          <p:nvPr userDrawn="1"/>
        </p:nvPicPr>
        <p:blipFill>
          <a:blip r:embed="rId3"/>
          <a:stretch>
            <a:fillRect/>
          </a:stretch>
        </p:blipFill>
        <p:spPr>
          <a:xfrm>
            <a:off x="609600" y="1600200"/>
            <a:ext cx="1828800" cy="223114"/>
          </a:xfrm>
          <a:prstGeom prst="rect">
            <a:avLst/>
          </a:prstGeom>
        </p:spPr>
      </p:pic>
      <p:sp>
        <p:nvSpPr>
          <p:cNvPr id="18" name="Title 16">
            <a:extLst>
              <a:ext uri="{FF2B5EF4-FFF2-40B4-BE49-F238E27FC236}">
                <a16:creationId xmlns:a16="http://schemas.microsoft.com/office/drawing/2014/main" id="{BF6334E5-5B34-22DB-0725-6D15D569D7F3}"/>
              </a:ext>
            </a:extLst>
          </p:cNvPr>
          <p:cNvSpPr>
            <a:spLocks noGrp="1"/>
          </p:cNvSpPr>
          <p:nvPr>
            <p:ph type="title"/>
          </p:nvPr>
        </p:nvSpPr>
        <p:spPr>
          <a:xfrm>
            <a:off x="3352800" y="1502033"/>
            <a:ext cx="7315200" cy="1661993"/>
          </a:xfrm>
          <a:prstGeom prst="rect">
            <a:avLst/>
          </a:prstGeom>
        </p:spPr>
        <p:txBody>
          <a:bodyPr wrap="square" lIns="0" tIns="0" rIns="0" bIns="0">
            <a:spAutoFit/>
          </a:bodyPr>
          <a:lstStyle>
            <a:lvl1pPr>
              <a:spcAft>
                <a:spcPts val="1200"/>
              </a:spcAft>
              <a:defRPr sz="6000" b="1" i="0" spc="-120" baseline="0">
                <a:latin typeface="Messina Sans" pitchFamily="2" charset="77"/>
                <a:cs typeface="Messina Sans" pitchFamily="2" charset="77"/>
              </a:defRPr>
            </a:lvl1pPr>
          </a:lstStyle>
          <a:p>
            <a:r>
              <a:rPr lang="en-US"/>
              <a:t>Click to edit Master title style</a:t>
            </a:r>
          </a:p>
        </p:txBody>
      </p:sp>
      <p:sp>
        <p:nvSpPr>
          <p:cNvPr id="19" name="Rectangle 18">
            <a:extLst>
              <a:ext uri="{FF2B5EF4-FFF2-40B4-BE49-F238E27FC236}">
                <a16:creationId xmlns:a16="http://schemas.microsoft.com/office/drawing/2014/main" id="{C394A94C-74FF-3B9C-4606-70AE4F27C31B}"/>
              </a:ext>
            </a:extLst>
          </p:cNvPr>
          <p:cNvSpPr/>
          <p:nvPr userDrawn="1"/>
        </p:nvSpPr>
        <p:spPr>
          <a:xfrm>
            <a:off x="3352800" y="5940711"/>
            <a:ext cx="4572000" cy="228600"/>
          </a:xfrm>
          <a:prstGeom prst="rect">
            <a:avLst/>
          </a:prstGeom>
          <a:solidFill>
            <a:srgbClr val="EEFB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0" name="Text Placeholder 31">
            <a:extLst>
              <a:ext uri="{FF2B5EF4-FFF2-40B4-BE49-F238E27FC236}">
                <a16:creationId xmlns:a16="http://schemas.microsoft.com/office/drawing/2014/main" id="{FB0BBCA6-FCDD-7FF0-D493-56A2115F9A6E}"/>
              </a:ext>
            </a:extLst>
          </p:cNvPr>
          <p:cNvSpPr>
            <a:spLocks noGrp="1"/>
          </p:cNvSpPr>
          <p:nvPr>
            <p:ph type="body" sz="quarter" idx="10" hasCustomPrompt="1"/>
          </p:nvPr>
        </p:nvSpPr>
        <p:spPr>
          <a:xfrm>
            <a:off x="3439891" y="5940711"/>
            <a:ext cx="4484909" cy="228600"/>
          </a:xfrm>
          <a:prstGeom prst="rect">
            <a:avLst/>
          </a:prstGeom>
        </p:spPr>
        <p:txBody>
          <a:bodyPr wrap="square" lIns="0" tIns="0" rIns="0" bIns="0" anchor="ctr">
            <a:noAutofit/>
          </a:bodyPr>
          <a:lstStyle>
            <a:lvl1pPr marL="0" indent="0">
              <a:lnSpc>
                <a:spcPct val="100000"/>
              </a:lnSpc>
              <a:buNone/>
              <a:defRPr sz="900" b="0" i="0" spc="30" baseline="0">
                <a:solidFill>
                  <a:schemeClr val="tx1"/>
                </a:solidFill>
                <a:latin typeface="Messina Sans Mono" pitchFamily="2" charset="77"/>
                <a:cs typeface="Messina Sans Mono" pitchFamily="2" charset="77"/>
              </a:defRPr>
            </a:lvl1pPr>
            <a:lvl2pPr>
              <a:defRPr sz="800" b="0" i="0" spc="30" baseline="0">
                <a:latin typeface="Messina Sans" pitchFamily="2" charset="77"/>
                <a:cs typeface="Messina Sans" pitchFamily="2" charset="77"/>
              </a:defRPr>
            </a:lvl2pPr>
            <a:lvl3pPr>
              <a:defRPr sz="800" b="0" i="0" spc="30" baseline="0">
                <a:latin typeface="Messina Sans" pitchFamily="2" charset="77"/>
                <a:cs typeface="Messina Sans" pitchFamily="2" charset="77"/>
              </a:defRPr>
            </a:lvl3pPr>
            <a:lvl4pPr>
              <a:defRPr sz="800" b="0" i="0" spc="30" baseline="0">
                <a:latin typeface="Messina Sans" pitchFamily="2" charset="77"/>
                <a:cs typeface="Messina Sans" pitchFamily="2" charset="77"/>
              </a:defRPr>
            </a:lvl4pPr>
            <a:lvl5pPr>
              <a:defRPr sz="800" b="0" i="0" spc="30" baseline="0">
                <a:latin typeface="Messina Sans" pitchFamily="2" charset="77"/>
                <a:cs typeface="Messina Sans" pitchFamily="2" charset="77"/>
              </a:defRPr>
            </a:lvl5pPr>
          </a:lstStyle>
          <a:p>
            <a:pPr lvl="0"/>
            <a:r>
              <a:rPr lang="en-US"/>
              <a:t>CLICK TO EDIT THE DATE</a:t>
            </a:r>
          </a:p>
        </p:txBody>
      </p:sp>
      <p:sp>
        <p:nvSpPr>
          <p:cNvPr id="2" name="Rectangle 1">
            <a:extLst>
              <a:ext uri="{FF2B5EF4-FFF2-40B4-BE49-F238E27FC236}">
                <a16:creationId xmlns:a16="http://schemas.microsoft.com/office/drawing/2014/main" id="{BF63A146-DF8C-F179-A7B3-D83A713C11F9}"/>
              </a:ext>
            </a:extLst>
          </p:cNvPr>
          <p:cNvSpPr/>
          <p:nvPr userDrawn="1"/>
        </p:nvSpPr>
        <p:spPr>
          <a:xfrm>
            <a:off x="0" y="6324600"/>
            <a:ext cx="36195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976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No Dat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32F10B-E9A3-4225-8C6D-54B1DE91F193}"/>
              </a:ext>
            </a:extLst>
          </p:cNvPr>
          <p:cNvPicPr>
            <a:picLocks noChangeAspect="1"/>
          </p:cNvPicPr>
          <p:nvPr userDrawn="1"/>
        </p:nvPicPr>
        <p:blipFill>
          <a:blip r:embed="rId2"/>
          <a:srcRect/>
          <a:stretch/>
        </p:blipFill>
        <p:spPr>
          <a:xfrm>
            <a:off x="4267200" y="685799"/>
            <a:ext cx="7924800" cy="6172201"/>
          </a:xfrm>
          <a:prstGeom prst="rect">
            <a:avLst/>
          </a:prstGeom>
        </p:spPr>
      </p:pic>
      <p:pic>
        <p:nvPicPr>
          <p:cNvPr id="16" name="Picture 15" descr="A black and grey letter on a black background&#10;&#10;Description automatically generated">
            <a:extLst>
              <a:ext uri="{FF2B5EF4-FFF2-40B4-BE49-F238E27FC236}">
                <a16:creationId xmlns:a16="http://schemas.microsoft.com/office/drawing/2014/main" id="{ED47B22C-D932-A326-9860-33BB1B19C489}"/>
              </a:ext>
            </a:extLst>
          </p:cNvPr>
          <p:cNvPicPr>
            <a:picLocks noChangeAspect="1"/>
          </p:cNvPicPr>
          <p:nvPr userDrawn="1"/>
        </p:nvPicPr>
        <p:blipFill>
          <a:blip r:embed="rId3"/>
          <a:stretch>
            <a:fillRect/>
          </a:stretch>
        </p:blipFill>
        <p:spPr>
          <a:xfrm>
            <a:off x="609600" y="1600200"/>
            <a:ext cx="1828800" cy="223114"/>
          </a:xfrm>
          <a:prstGeom prst="rect">
            <a:avLst/>
          </a:prstGeom>
        </p:spPr>
      </p:pic>
      <p:sp>
        <p:nvSpPr>
          <p:cNvPr id="18" name="Title 16">
            <a:extLst>
              <a:ext uri="{FF2B5EF4-FFF2-40B4-BE49-F238E27FC236}">
                <a16:creationId xmlns:a16="http://schemas.microsoft.com/office/drawing/2014/main" id="{BF6334E5-5B34-22DB-0725-6D15D569D7F3}"/>
              </a:ext>
            </a:extLst>
          </p:cNvPr>
          <p:cNvSpPr>
            <a:spLocks noGrp="1"/>
          </p:cNvSpPr>
          <p:nvPr>
            <p:ph type="title"/>
          </p:nvPr>
        </p:nvSpPr>
        <p:spPr>
          <a:xfrm>
            <a:off x="3352800" y="1502033"/>
            <a:ext cx="7315200" cy="1661993"/>
          </a:xfrm>
          <a:prstGeom prst="rect">
            <a:avLst/>
          </a:prstGeom>
        </p:spPr>
        <p:txBody>
          <a:bodyPr wrap="square" lIns="0" tIns="0" rIns="0" bIns="0">
            <a:spAutoFit/>
          </a:bodyPr>
          <a:lstStyle>
            <a:lvl1pPr>
              <a:spcAft>
                <a:spcPts val="1200"/>
              </a:spcAft>
              <a:defRPr sz="6000" b="1" i="0" spc="-120" baseline="0">
                <a:latin typeface="Messina Sans" pitchFamily="2" charset="77"/>
                <a:cs typeface="Messina Sans" pitchFamily="2" charset="77"/>
              </a:defRPr>
            </a:lvl1pPr>
          </a:lstStyle>
          <a:p>
            <a:r>
              <a:rPr lang="en-US"/>
              <a:t>Click to edit Master title style</a:t>
            </a:r>
          </a:p>
        </p:txBody>
      </p:sp>
      <p:sp>
        <p:nvSpPr>
          <p:cNvPr id="2" name="Rectangle 1">
            <a:extLst>
              <a:ext uri="{FF2B5EF4-FFF2-40B4-BE49-F238E27FC236}">
                <a16:creationId xmlns:a16="http://schemas.microsoft.com/office/drawing/2014/main" id="{BF63A146-DF8C-F179-A7B3-D83A713C11F9}"/>
              </a:ext>
            </a:extLst>
          </p:cNvPr>
          <p:cNvSpPr/>
          <p:nvPr userDrawn="1"/>
        </p:nvSpPr>
        <p:spPr>
          <a:xfrm>
            <a:off x="0" y="6324600"/>
            <a:ext cx="36195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92926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 with Image Sli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3AE1D0-A580-B03B-7BDA-1460A08C5114}"/>
              </a:ext>
            </a:extLst>
          </p:cNvPr>
          <p:cNvSpPr/>
          <p:nvPr userDrawn="1"/>
        </p:nvSpPr>
        <p:spPr>
          <a:xfrm>
            <a:off x="4267200" y="685800"/>
            <a:ext cx="7924800" cy="61722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black and grey letter on a black background&#10;&#10;Description automatically generated">
            <a:extLst>
              <a:ext uri="{FF2B5EF4-FFF2-40B4-BE49-F238E27FC236}">
                <a16:creationId xmlns:a16="http://schemas.microsoft.com/office/drawing/2014/main" id="{ED47B22C-D932-A326-9860-33BB1B19C489}"/>
              </a:ext>
            </a:extLst>
          </p:cNvPr>
          <p:cNvPicPr>
            <a:picLocks noChangeAspect="1"/>
          </p:cNvPicPr>
          <p:nvPr userDrawn="1"/>
        </p:nvPicPr>
        <p:blipFill>
          <a:blip r:embed="rId2"/>
          <a:stretch>
            <a:fillRect/>
          </a:stretch>
        </p:blipFill>
        <p:spPr>
          <a:xfrm>
            <a:off x="609600" y="1600200"/>
            <a:ext cx="1828800" cy="223114"/>
          </a:xfrm>
          <a:prstGeom prst="rect">
            <a:avLst/>
          </a:prstGeom>
        </p:spPr>
      </p:pic>
      <p:sp>
        <p:nvSpPr>
          <p:cNvPr id="18" name="Title 16">
            <a:extLst>
              <a:ext uri="{FF2B5EF4-FFF2-40B4-BE49-F238E27FC236}">
                <a16:creationId xmlns:a16="http://schemas.microsoft.com/office/drawing/2014/main" id="{BF6334E5-5B34-22DB-0725-6D15D569D7F3}"/>
              </a:ext>
            </a:extLst>
          </p:cNvPr>
          <p:cNvSpPr>
            <a:spLocks noGrp="1"/>
          </p:cNvSpPr>
          <p:nvPr>
            <p:ph type="title"/>
          </p:nvPr>
        </p:nvSpPr>
        <p:spPr>
          <a:xfrm>
            <a:off x="3352800" y="1502033"/>
            <a:ext cx="5829300" cy="2492990"/>
          </a:xfrm>
          <a:prstGeom prst="rect">
            <a:avLst/>
          </a:prstGeom>
        </p:spPr>
        <p:txBody>
          <a:bodyPr wrap="square" lIns="0" tIns="0" rIns="0" bIns="0">
            <a:spAutoFit/>
          </a:bodyPr>
          <a:lstStyle>
            <a:lvl1pPr>
              <a:defRPr sz="6000" b="1" i="0" spc="-120" baseline="0">
                <a:latin typeface="Messina Sans" pitchFamily="2" charset="77"/>
                <a:cs typeface="Messina Sans" pitchFamily="2" charset="77"/>
              </a:defRPr>
            </a:lvl1pPr>
          </a:lstStyle>
          <a:p>
            <a:r>
              <a:rPr lang="en-US"/>
              <a:t>Click to edit Master title style</a:t>
            </a:r>
          </a:p>
        </p:txBody>
      </p:sp>
      <p:sp>
        <p:nvSpPr>
          <p:cNvPr id="2" name="Rectangle 1">
            <a:extLst>
              <a:ext uri="{FF2B5EF4-FFF2-40B4-BE49-F238E27FC236}">
                <a16:creationId xmlns:a16="http://schemas.microsoft.com/office/drawing/2014/main" id="{BF63A146-DF8C-F179-A7B3-D83A713C11F9}"/>
              </a:ext>
            </a:extLst>
          </p:cNvPr>
          <p:cNvSpPr/>
          <p:nvPr userDrawn="1"/>
        </p:nvSpPr>
        <p:spPr>
          <a:xfrm>
            <a:off x="0" y="6324600"/>
            <a:ext cx="36195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1BC56FBB-50B4-FCC8-39A2-BAAB368E5103}"/>
              </a:ext>
            </a:extLst>
          </p:cNvPr>
          <p:cNvSpPr>
            <a:spLocks noGrp="1"/>
          </p:cNvSpPr>
          <p:nvPr>
            <p:ph type="pic" sz="quarter" idx="11"/>
          </p:nvPr>
        </p:nvSpPr>
        <p:spPr>
          <a:xfrm>
            <a:off x="9753600" y="685800"/>
            <a:ext cx="2438400" cy="6172200"/>
          </a:xfrm>
          <a:prstGeom prst="rect">
            <a:avLst/>
          </a:prstGeom>
        </p:spPr>
        <p:txBody>
          <a:bodyPr/>
          <a:lstStyle/>
          <a:p>
            <a:r>
              <a:rPr lang="en-US"/>
              <a:t>Click icon to add picture</a:t>
            </a:r>
          </a:p>
        </p:txBody>
      </p:sp>
      <p:sp>
        <p:nvSpPr>
          <p:cNvPr id="4" name="Rectangle 3">
            <a:extLst>
              <a:ext uri="{FF2B5EF4-FFF2-40B4-BE49-F238E27FC236}">
                <a16:creationId xmlns:a16="http://schemas.microsoft.com/office/drawing/2014/main" id="{BC364F24-3691-7134-27F6-EFA4578B3E72}"/>
              </a:ext>
            </a:extLst>
          </p:cNvPr>
          <p:cNvSpPr/>
          <p:nvPr userDrawn="1"/>
        </p:nvSpPr>
        <p:spPr>
          <a:xfrm>
            <a:off x="3352800" y="5940711"/>
            <a:ext cx="4572000" cy="228600"/>
          </a:xfrm>
          <a:prstGeom prst="rect">
            <a:avLst/>
          </a:prstGeom>
          <a:solidFill>
            <a:srgbClr val="EEFB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 name="Text Placeholder 31">
            <a:extLst>
              <a:ext uri="{FF2B5EF4-FFF2-40B4-BE49-F238E27FC236}">
                <a16:creationId xmlns:a16="http://schemas.microsoft.com/office/drawing/2014/main" id="{2EA598CB-DDAA-55C5-6BD8-B095D3124FA8}"/>
              </a:ext>
            </a:extLst>
          </p:cNvPr>
          <p:cNvSpPr>
            <a:spLocks noGrp="1"/>
          </p:cNvSpPr>
          <p:nvPr>
            <p:ph type="body" sz="quarter" idx="10" hasCustomPrompt="1"/>
          </p:nvPr>
        </p:nvSpPr>
        <p:spPr>
          <a:xfrm>
            <a:off x="3439891" y="5940711"/>
            <a:ext cx="4484909" cy="228600"/>
          </a:xfrm>
          <a:prstGeom prst="rect">
            <a:avLst/>
          </a:prstGeom>
        </p:spPr>
        <p:txBody>
          <a:bodyPr wrap="square" lIns="0" tIns="0" rIns="0" bIns="0" anchor="ctr">
            <a:noAutofit/>
          </a:bodyPr>
          <a:lstStyle>
            <a:lvl1pPr marL="0" indent="0">
              <a:lnSpc>
                <a:spcPct val="100000"/>
              </a:lnSpc>
              <a:buNone/>
              <a:defRPr sz="900" b="0" i="0" spc="30" baseline="0">
                <a:solidFill>
                  <a:schemeClr val="tx1"/>
                </a:solidFill>
                <a:latin typeface="Messina Sans Mono" pitchFamily="2" charset="77"/>
                <a:cs typeface="Messina Sans Mono" pitchFamily="2" charset="77"/>
              </a:defRPr>
            </a:lvl1pPr>
            <a:lvl2pPr>
              <a:defRPr sz="800" b="0" i="0" spc="30" baseline="0">
                <a:latin typeface="Messina Sans" pitchFamily="2" charset="77"/>
                <a:cs typeface="Messina Sans" pitchFamily="2" charset="77"/>
              </a:defRPr>
            </a:lvl2pPr>
            <a:lvl3pPr>
              <a:defRPr sz="800" b="0" i="0" spc="30" baseline="0">
                <a:latin typeface="Messina Sans" pitchFamily="2" charset="77"/>
                <a:cs typeface="Messina Sans" pitchFamily="2" charset="77"/>
              </a:defRPr>
            </a:lvl3pPr>
            <a:lvl4pPr>
              <a:defRPr sz="800" b="0" i="0" spc="30" baseline="0">
                <a:latin typeface="Messina Sans" pitchFamily="2" charset="77"/>
                <a:cs typeface="Messina Sans" pitchFamily="2" charset="77"/>
              </a:defRPr>
            </a:lvl4pPr>
            <a:lvl5pPr>
              <a:defRPr sz="800" b="0" i="0" spc="30" baseline="0">
                <a:latin typeface="Messina Sans" pitchFamily="2" charset="77"/>
                <a:cs typeface="Messina Sans" pitchFamily="2" charset="77"/>
              </a:defRPr>
            </a:lvl5pPr>
          </a:lstStyle>
          <a:p>
            <a:pPr lvl="0"/>
            <a:r>
              <a:rPr lang="en-US"/>
              <a:t>CLICK TO EDIT THE DATE</a:t>
            </a:r>
          </a:p>
        </p:txBody>
      </p:sp>
    </p:spTree>
    <p:extLst>
      <p:ext uri="{BB962C8B-B14F-4D97-AF65-F5344CB8AC3E}">
        <p14:creationId xmlns:p14="http://schemas.microsoft.com/office/powerpoint/2010/main" val="26201270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 Gray Bk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3AE1D0-A580-B03B-7BDA-1460A08C5114}"/>
              </a:ext>
            </a:extLst>
          </p:cNvPr>
          <p:cNvSpPr/>
          <p:nvPr userDrawn="1"/>
        </p:nvSpPr>
        <p:spPr>
          <a:xfrm>
            <a:off x="4267200" y="685800"/>
            <a:ext cx="7924800" cy="61722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black and grey letter on a black background&#10;&#10;Description automatically generated">
            <a:extLst>
              <a:ext uri="{FF2B5EF4-FFF2-40B4-BE49-F238E27FC236}">
                <a16:creationId xmlns:a16="http://schemas.microsoft.com/office/drawing/2014/main" id="{ED47B22C-D932-A326-9860-33BB1B19C489}"/>
              </a:ext>
            </a:extLst>
          </p:cNvPr>
          <p:cNvPicPr>
            <a:picLocks noChangeAspect="1"/>
          </p:cNvPicPr>
          <p:nvPr userDrawn="1"/>
        </p:nvPicPr>
        <p:blipFill>
          <a:blip r:embed="rId2"/>
          <a:stretch>
            <a:fillRect/>
          </a:stretch>
        </p:blipFill>
        <p:spPr>
          <a:xfrm>
            <a:off x="609600" y="1600200"/>
            <a:ext cx="1828800" cy="223114"/>
          </a:xfrm>
          <a:prstGeom prst="rect">
            <a:avLst/>
          </a:prstGeom>
        </p:spPr>
      </p:pic>
      <p:sp>
        <p:nvSpPr>
          <p:cNvPr id="18" name="Title 16">
            <a:extLst>
              <a:ext uri="{FF2B5EF4-FFF2-40B4-BE49-F238E27FC236}">
                <a16:creationId xmlns:a16="http://schemas.microsoft.com/office/drawing/2014/main" id="{BF6334E5-5B34-22DB-0725-6D15D569D7F3}"/>
              </a:ext>
            </a:extLst>
          </p:cNvPr>
          <p:cNvSpPr>
            <a:spLocks noGrp="1"/>
          </p:cNvSpPr>
          <p:nvPr>
            <p:ph type="title"/>
          </p:nvPr>
        </p:nvSpPr>
        <p:spPr>
          <a:xfrm>
            <a:off x="3352800" y="1502033"/>
            <a:ext cx="7315200" cy="1661993"/>
          </a:xfrm>
          <a:prstGeom prst="rect">
            <a:avLst/>
          </a:prstGeom>
        </p:spPr>
        <p:txBody>
          <a:bodyPr wrap="square" lIns="0" tIns="0" rIns="0" bIns="0">
            <a:spAutoFit/>
          </a:bodyPr>
          <a:lstStyle>
            <a:lvl1pPr>
              <a:defRPr sz="6000" b="1" i="0" spc="-120" baseline="0">
                <a:latin typeface="Messina Sans" pitchFamily="2" charset="77"/>
                <a:cs typeface="Messina Sans" pitchFamily="2" charset="77"/>
              </a:defRPr>
            </a:lvl1pPr>
          </a:lstStyle>
          <a:p>
            <a:r>
              <a:rPr lang="en-US"/>
              <a:t>Click to edit Master title style</a:t>
            </a:r>
          </a:p>
        </p:txBody>
      </p:sp>
      <p:sp>
        <p:nvSpPr>
          <p:cNvPr id="2" name="Rectangle 1">
            <a:extLst>
              <a:ext uri="{FF2B5EF4-FFF2-40B4-BE49-F238E27FC236}">
                <a16:creationId xmlns:a16="http://schemas.microsoft.com/office/drawing/2014/main" id="{BF63A146-DF8C-F179-A7B3-D83A713C11F9}"/>
              </a:ext>
            </a:extLst>
          </p:cNvPr>
          <p:cNvSpPr/>
          <p:nvPr userDrawn="1"/>
        </p:nvSpPr>
        <p:spPr>
          <a:xfrm>
            <a:off x="0" y="6324600"/>
            <a:ext cx="36195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8BD4710-396F-A808-CC77-C9BC5DE3BCAF}"/>
              </a:ext>
            </a:extLst>
          </p:cNvPr>
          <p:cNvSpPr/>
          <p:nvPr userDrawn="1"/>
        </p:nvSpPr>
        <p:spPr>
          <a:xfrm>
            <a:off x="3352800" y="5940711"/>
            <a:ext cx="4572000" cy="228600"/>
          </a:xfrm>
          <a:prstGeom prst="rect">
            <a:avLst/>
          </a:prstGeom>
          <a:solidFill>
            <a:srgbClr val="EEFB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Text Placeholder 31">
            <a:extLst>
              <a:ext uri="{FF2B5EF4-FFF2-40B4-BE49-F238E27FC236}">
                <a16:creationId xmlns:a16="http://schemas.microsoft.com/office/drawing/2014/main" id="{7D84ED8C-A120-28E0-6874-976588450296}"/>
              </a:ext>
            </a:extLst>
          </p:cNvPr>
          <p:cNvSpPr>
            <a:spLocks noGrp="1"/>
          </p:cNvSpPr>
          <p:nvPr>
            <p:ph type="body" sz="quarter" idx="10" hasCustomPrompt="1"/>
          </p:nvPr>
        </p:nvSpPr>
        <p:spPr>
          <a:xfrm>
            <a:off x="3439891" y="5940711"/>
            <a:ext cx="4484909" cy="228600"/>
          </a:xfrm>
          <a:prstGeom prst="rect">
            <a:avLst/>
          </a:prstGeom>
        </p:spPr>
        <p:txBody>
          <a:bodyPr wrap="square" lIns="0" tIns="0" rIns="0" bIns="0" anchor="ctr">
            <a:noAutofit/>
          </a:bodyPr>
          <a:lstStyle>
            <a:lvl1pPr marL="0" indent="0">
              <a:lnSpc>
                <a:spcPct val="100000"/>
              </a:lnSpc>
              <a:buNone/>
              <a:defRPr sz="900" b="0" i="0" spc="30" baseline="0">
                <a:solidFill>
                  <a:schemeClr val="tx1"/>
                </a:solidFill>
                <a:latin typeface="Messina Sans Mono" pitchFamily="2" charset="77"/>
                <a:cs typeface="Messina Sans Mono" pitchFamily="2" charset="77"/>
              </a:defRPr>
            </a:lvl1pPr>
            <a:lvl2pPr>
              <a:defRPr sz="800" b="0" i="0" spc="30" baseline="0">
                <a:latin typeface="Messina Sans" pitchFamily="2" charset="77"/>
                <a:cs typeface="Messina Sans" pitchFamily="2" charset="77"/>
              </a:defRPr>
            </a:lvl2pPr>
            <a:lvl3pPr>
              <a:defRPr sz="800" b="0" i="0" spc="30" baseline="0">
                <a:latin typeface="Messina Sans" pitchFamily="2" charset="77"/>
                <a:cs typeface="Messina Sans" pitchFamily="2" charset="77"/>
              </a:defRPr>
            </a:lvl3pPr>
            <a:lvl4pPr>
              <a:defRPr sz="800" b="0" i="0" spc="30" baseline="0">
                <a:latin typeface="Messina Sans" pitchFamily="2" charset="77"/>
                <a:cs typeface="Messina Sans" pitchFamily="2" charset="77"/>
              </a:defRPr>
            </a:lvl4pPr>
            <a:lvl5pPr>
              <a:defRPr sz="800" b="0" i="0" spc="30" baseline="0">
                <a:latin typeface="Messina Sans" pitchFamily="2" charset="77"/>
                <a:cs typeface="Messina Sans" pitchFamily="2" charset="77"/>
              </a:defRPr>
            </a:lvl5pPr>
          </a:lstStyle>
          <a:p>
            <a:pPr lvl="0"/>
            <a:r>
              <a:rPr lang="en-US"/>
              <a:t>CLICK TO EDIT THE DATE</a:t>
            </a:r>
          </a:p>
        </p:txBody>
      </p:sp>
    </p:spTree>
    <p:extLst>
      <p:ext uri="{BB962C8B-B14F-4D97-AF65-F5344CB8AC3E}">
        <p14:creationId xmlns:p14="http://schemas.microsoft.com/office/powerpoint/2010/main" val="34015614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 Blank">
    <p:spTree>
      <p:nvGrpSpPr>
        <p:cNvPr id="1" name=""/>
        <p:cNvGrpSpPr/>
        <p:nvPr/>
      </p:nvGrpSpPr>
      <p:grpSpPr>
        <a:xfrm>
          <a:off x="0" y="0"/>
          <a:ext cx="0" cy="0"/>
          <a:chOff x="0" y="0"/>
          <a:chExt cx="0" cy="0"/>
        </a:xfrm>
      </p:grpSpPr>
      <p:pic>
        <p:nvPicPr>
          <p:cNvPr id="16" name="Picture 15" descr="A black and grey letter on a black background&#10;&#10;Description automatically generated">
            <a:extLst>
              <a:ext uri="{FF2B5EF4-FFF2-40B4-BE49-F238E27FC236}">
                <a16:creationId xmlns:a16="http://schemas.microsoft.com/office/drawing/2014/main" id="{ED47B22C-D932-A326-9860-33BB1B19C489}"/>
              </a:ext>
            </a:extLst>
          </p:cNvPr>
          <p:cNvPicPr>
            <a:picLocks noChangeAspect="1"/>
          </p:cNvPicPr>
          <p:nvPr userDrawn="1"/>
        </p:nvPicPr>
        <p:blipFill>
          <a:blip r:embed="rId2"/>
          <a:stretch>
            <a:fillRect/>
          </a:stretch>
        </p:blipFill>
        <p:spPr>
          <a:xfrm>
            <a:off x="609600" y="1600200"/>
            <a:ext cx="1828800" cy="223114"/>
          </a:xfrm>
          <a:prstGeom prst="rect">
            <a:avLst/>
          </a:prstGeom>
        </p:spPr>
      </p:pic>
      <p:sp>
        <p:nvSpPr>
          <p:cNvPr id="18" name="Title 16">
            <a:extLst>
              <a:ext uri="{FF2B5EF4-FFF2-40B4-BE49-F238E27FC236}">
                <a16:creationId xmlns:a16="http://schemas.microsoft.com/office/drawing/2014/main" id="{BF6334E5-5B34-22DB-0725-6D15D569D7F3}"/>
              </a:ext>
            </a:extLst>
          </p:cNvPr>
          <p:cNvSpPr>
            <a:spLocks noGrp="1"/>
          </p:cNvSpPr>
          <p:nvPr>
            <p:ph type="title"/>
          </p:nvPr>
        </p:nvSpPr>
        <p:spPr>
          <a:xfrm>
            <a:off x="3352800" y="1502033"/>
            <a:ext cx="7315200" cy="1661993"/>
          </a:xfrm>
          <a:prstGeom prst="rect">
            <a:avLst/>
          </a:prstGeom>
        </p:spPr>
        <p:txBody>
          <a:bodyPr wrap="square" lIns="0" tIns="0" rIns="0" bIns="0">
            <a:spAutoFit/>
          </a:bodyPr>
          <a:lstStyle>
            <a:lvl1pPr>
              <a:defRPr sz="6000" b="1" i="0" spc="-120" baseline="0">
                <a:latin typeface="Messina Sans" pitchFamily="2" charset="77"/>
                <a:cs typeface="Messina Sans" pitchFamily="2" charset="77"/>
              </a:defRPr>
            </a:lvl1pPr>
          </a:lstStyle>
          <a:p>
            <a:r>
              <a:rPr lang="en-US"/>
              <a:t>Click to edit Master title style</a:t>
            </a:r>
          </a:p>
        </p:txBody>
      </p:sp>
      <p:sp>
        <p:nvSpPr>
          <p:cNvPr id="2" name="Rectangle 1">
            <a:extLst>
              <a:ext uri="{FF2B5EF4-FFF2-40B4-BE49-F238E27FC236}">
                <a16:creationId xmlns:a16="http://schemas.microsoft.com/office/drawing/2014/main" id="{BF63A146-DF8C-F179-A7B3-D83A713C11F9}"/>
              </a:ext>
            </a:extLst>
          </p:cNvPr>
          <p:cNvSpPr/>
          <p:nvPr userDrawn="1"/>
        </p:nvSpPr>
        <p:spPr>
          <a:xfrm>
            <a:off x="0" y="6324600"/>
            <a:ext cx="36195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34237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Alt 1 with Prepared For Ta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D7C0AC-8DCC-0C1D-0AB4-FB12166AC1FB}"/>
              </a:ext>
            </a:extLst>
          </p:cNvPr>
          <p:cNvPicPr>
            <a:picLocks noChangeAspect="1"/>
          </p:cNvPicPr>
          <p:nvPr userDrawn="1"/>
        </p:nvPicPr>
        <p:blipFill>
          <a:blip r:embed="rId2"/>
          <a:srcRect/>
          <a:stretch/>
        </p:blipFill>
        <p:spPr>
          <a:xfrm>
            <a:off x="4267200" y="685799"/>
            <a:ext cx="7924800" cy="6172201"/>
          </a:xfrm>
          <a:prstGeom prst="rect">
            <a:avLst/>
          </a:prstGeom>
        </p:spPr>
      </p:pic>
      <p:pic>
        <p:nvPicPr>
          <p:cNvPr id="20" name="Picture 19" descr="A black and grey letter on a black background&#10;&#10;Description automatically generated">
            <a:extLst>
              <a:ext uri="{FF2B5EF4-FFF2-40B4-BE49-F238E27FC236}">
                <a16:creationId xmlns:a16="http://schemas.microsoft.com/office/drawing/2014/main" id="{064DD442-B4E9-D764-4C95-F4B54E86FF8C}"/>
              </a:ext>
            </a:extLst>
          </p:cNvPr>
          <p:cNvPicPr>
            <a:picLocks noChangeAspect="1"/>
          </p:cNvPicPr>
          <p:nvPr userDrawn="1"/>
        </p:nvPicPr>
        <p:blipFill>
          <a:blip r:embed="rId3"/>
          <a:stretch>
            <a:fillRect/>
          </a:stretch>
        </p:blipFill>
        <p:spPr>
          <a:xfrm>
            <a:off x="609600" y="1600200"/>
            <a:ext cx="1828800" cy="223114"/>
          </a:xfrm>
          <a:prstGeom prst="rect">
            <a:avLst/>
          </a:prstGeom>
        </p:spPr>
      </p:pic>
      <p:sp>
        <p:nvSpPr>
          <p:cNvPr id="25" name="Picture Placeholder 19">
            <a:extLst>
              <a:ext uri="{FF2B5EF4-FFF2-40B4-BE49-F238E27FC236}">
                <a16:creationId xmlns:a16="http://schemas.microsoft.com/office/drawing/2014/main" id="{6102D5EA-56F2-0C6F-36EC-5C44E27721F2}"/>
              </a:ext>
            </a:extLst>
          </p:cNvPr>
          <p:cNvSpPr>
            <a:spLocks noGrp="1"/>
          </p:cNvSpPr>
          <p:nvPr>
            <p:ph type="pic" sz="quarter" idx="13"/>
          </p:nvPr>
        </p:nvSpPr>
        <p:spPr>
          <a:xfrm>
            <a:off x="609600" y="5448300"/>
            <a:ext cx="1828800" cy="723901"/>
          </a:xfrm>
          <a:prstGeom prst="rect">
            <a:avLst/>
          </a:prstGeom>
        </p:spPr>
        <p:txBody>
          <a:bodyPr anchor="b" anchorCtr="0"/>
          <a:lstStyle>
            <a:lvl1pPr marL="0" indent="0" algn="l">
              <a:buNone/>
              <a:defRPr sz="800">
                <a:solidFill>
                  <a:schemeClr val="tx2"/>
                </a:solidFill>
              </a:defRPr>
            </a:lvl1pPr>
          </a:lstStyle>
          <a:p>
            <a:r>
              <a:rPr lang="en-US"/>
              <a:t>Click icon to add picture</a:t>
            </a:r>
          </a:p>
        </p:txBody>
      </p:sp>
      <p:sp>
        <p:nvSpPr>
          <p:cNvPr id="26" name="Title 16">
            <a:extLst>
              <a:ext uri="{FF2B5EF4-FFF2-40B4-BE49-F238E27FC236}">
                <a16:creationId xmlns:a16="http://schemas.microsoft.com/office/drawing/2014/main" id="{4E2E6EFB-40C0-0E44-AE25-A2C843E25BD5}"/>
              </a:ext>
            </a:extLst>
          </p:cNvPr>
          <p:cNvSpPr>
            <a:spLocks noGrp="1"/>
          </p:cNvSpPr>
          <p:nvPr>
            <p:ph type="title"/>
          </p:nvPr>
        </p:nvSpPr>
        <p:spPr>
          <a:xfrm>
            <a:off x="3352800" y="1502033"/>
            <a:ext cx="7315200" cy="1661993"/>
          </a:xfrm>
          <a:prstGeom prst="rect">
            <a:avLst/>
          </a:prstGeom>
        </p:spPr>
        <p:txBody>
          <a:bodyPr wrap="square" lIns="0" tIns="0" rIns="0" bIns="0">
            <a:spAutoFit/>
          </a:bodyPr>
          <a:lstStyle>
            <a:lvl1pPr>
              <a:defRPr sz="6000" b="1" i="0" spc="-120" baseline="0">
                <a:latin typeface="Messina Sans" pitchFamily="2" charset="77"/>
                <a:cs typeface="Messina Sans" pitchFamily="2" charset="77"/>
              </a:defRPr>
            </a:lvl1pPr>
          </a:lstStyle>
          <a:p>
            <a:r>
              <a:rPr lang="en-US"/>
              <a:t>Click to edit Master title style</a:t>
            </a:r>
          </a:p>
        </p:txBody>
      </p:sp>
      <p:sp>
        <p:nvSpPr>
          <p:cNvPr id="2" name="Rectangle 1">
            <a:extLst>
              <a:ext uri="{FF2B5EF4-FFF2-40B4-BE49-F238E27FC236}">
                <a16:creationId xmlns:a16="http://schemas.microsoft.com/office/drawing/2014/main" id="{2345E3DC-92DE-53FE-02D6-605950A43C67}"/>
              </a:ext>
            </a:extLst>
          </p:cNvPr>
          <p:cNvSpPr/>
          <p:nvPr userDrawn="1"/>
        </p:nvSpPr>
        <p:spPr>
          <a:xfrm>
            <a:off x="0" y="6324600"/>
            <a:ext cx="36195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60A5B85-8461-FD67-9805-1EB6CBDE014C}"/>
              </a:ext>
            </a:extLst>
          </p:cNvPr>
          <p:cNvSpPr/>
          <p:nvPr userDrawn="1"/>
        </p:nvSpPr>
        <p:spPr>
          <a:xfrm>
            <a:off x="3352800" y="5940711"/>
            <a:ext cx="4572000" cy="228600"/>
          </a:xfrm>
          <a:prstGeom prst="rect">
            <a:avLst/>
          </a:prstGeom>
          <a:solidFill>
            <a:srgbClr val="EEFB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Text Placeholder 31">
            <a:extLst>
              <a:ext uri="{FF2B5EF4-FFF2-40B4-BE49-F238E27FC236}">
                <a16:creationId xmlns:a16="http://schemas.microsoft.com/office/drawing/2014/main" id="{69B415CD-06DD-EC29-D24B-9F6929F45315}"/>
              </a:ext>
            </a:extLst>
          </p:cNvPr>
          <p:cNvSpPr>
            <a:spLocks noGrp="1"/>
          </p:cNvSpPr>
          <p:nvPr>
            <p:ph type="body" sz="quarter" idx="10" hasCustomPrompt="1"/>
          </p:nvPr>
        </p:nvSpPr>
        <p:spPr>
          <a:xfrm>
            <a:off x="3439891" y="5940711"/>
            <a:ext cx="4484909" cy="228600"/>
          </a:xfrm>
          <a:prstGeom prst="rect">
            <a:avLst/>
          </a:prstGeom>
        </p:spPr>
        <p:txBody>
          <a:bodyPr wrap="square" lIns="0" tIns="0" rIns="0" bIns="0" anchor="ctr">
            <a:noAutofit/>
          </a:bodyPr>
          <a:lstStyle>
            <a:lvl1pPr marL="0" indent="0">
              <a:lnSpc>
                <a:spcPct val="100000"/>
              </a:lnSpc>
              <a:buNone/>
              <a:defRPr sz="900" b="0" i="0" spc="30" baseline="0">
                <a:solidFill>
                  <a:schemeClr val="tx1"/>
                </a:solidFill>
                <a:latin typeface="Messina Sans Mono" pitchFamily="2" charset="77"/>
                <a:cs typeface="Messina Sans Mono" pitchFamily="2" charset="77"/>
              </a:defRPr>
            </a:lvl1pPr>
            <a:lvl2pPr>
              <a:defRPr sz="800" b="0" i="0" spc="30" baseline="0">
                <a:latin typeface="Messina Sans" pitchFamily="2" charset="77"/>
                <a:cs typeface="Messina Sans" pitchFamily="2" charset="77"/>
              </a:defRPr>
            </a:lvl2pPr>
            <a:lvl3pPr>
              <a:defRPr sz="800" b="0" i="0" spc="30" baseline="0">
                <a:latin typeface="Messina Sans" pitchFamily="2" charset="77"/>
                <a:cs typeface="Messina Sans" pitchFamily="2" charset="77"/>
              </a:defRPr>
            </a:lvl3pPr>
            <a:lvl4pPr>
              <a:defRPr sz="800" b="0" i="0" spc="30" baseline="0">
                <a:latin typeface="Messina Sans" pitchFamily="2" charset="77"/>
                <a:cs typeface="Messina Sans" pitchFamily="2" charset="77"/>
              </a:defRPr>
            </a:lvl4pPr>
            <a:lvl5pPr>
              <a:defRPr sz="800" b="0" i="0" spc="30" baseline="0">
                <a:latin typeface="Messina Sans" pitchFamily="2" charset="77"/>
                <a:cs typeface="Messina Sans" pitchFamily="2" charset="77"/>
              </a:defRPr>
            </a:lvl5pPr>
          </a:lstStyle>
          <a:p>
            <a:pPr lvl="0"/>
            <a:r>
              <a:rPr lang="en-US"/>
              <a:t>CLICK TO EDIT THE DATE</a:t>
            </a:r>
          </a:p>
        </p:txBody>
      </p:sp>
      <p:sp>
        <p:nvSpPr>
          <p:cNvPr id="7" name="Subtitle 2">
            <a:extLst>
              <a:ext uri="{FF2B5EF4-FFF2-40B4-BE49-F238E27FC236}">
                <a16:creationId xmlns:a16="http://schemas.microsoft.com/office/drawing/2014/main" id="{28ECECE1-FA8C-353C-C3A5-A4EF917BA4FA}"/>
              </a:ext>
            </a:extLst>
          </p:cNvPr>
          <p:cNvSpPr txBox="1">
            <a:spLocks/>
          </p:cNvSpPr>
          <p:nvPr userDrawn="1"/>
        </p:nvSpPr>
        <p:spPr>
          <a:xfrm>
            <a:off x="613259" y="5226651"/>
            <a:ext cx="2686594" cy="138499"/>
          </a:xfrm>
          <a:prstGeom prst="rect">
            <a:avLst/>
          </a:prstGeom>
        </p:spPr>
        <p:txBody>
          <a:bodyPr wrap="square" lIns="0" tIns="0" rIns="0" bIns="0" anchor="ctr">
            <a:spAutoFit/>
          </a:bodyPr>
          <a:lstStyle>
            <a:lvl1pPr marL="0" indent="0" algn="l" defTabSz="914400" rtl="0" eaLnBrk="1" latinLnBrk="0" hangingPunct="1">
              <a:lnSpc>
                <a:spcPct val="100000"/>
              </a:lnSpc>
              <a:spcBef>
                <a:spcPts val="1000"/>
              </a:spcBef>
              <a:buFont typeface="Arial" panose="020B0604020202020204" pitchFamily="34" charset="0"/>
              <a:buNone/>
              <a:defRPr sz="800" b="0" i="0" kern="1200">
                <a:solidFill>
                  <a:schemeClr val="accent6"/>
                </a:solidFill>
                <a:latin typeface="Messina Sans Mono" pitchFamily="2" charset="77"/>
                <a:ea typeface="+mn-ea"/>
                <a:cs typeface="Messina Sans Mono" pitchFamily="2" charset="77"/>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essina Sans Book" pitchFamily="2" charset="77"/>
                <a:ea typeface="+mn-ea"/>
                <a:cs typeface="Messina Sans Book" pitchFamily="2" charset="77"/>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essina Sans Book" pitchFamily="2" charset="77"/>
                <a:ea typeface="+mn-ea"/>
                <a:cs typeface="Messina Sans Book" pitchFamily="2" charset="77"/>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essina Sans Book" pitchFamily="2" charset="77"/>
                <a:ea typeface="+mn-ea"/>
                <a:cs typeface="Messina Sans Book" pitchFamily="2" charset="77"/>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essina Sans Book" pitchFamily="2" charset="77"/>
                <a:ea typeface="+mn-ea"/>
                <a:cs typeface="Messina Sans Book"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900" b="0" i="0" u="none" strike="noStrike" kern="1200" cap="none" spc="20" normalizeH="0" baseline="0" noProof="0">
                <a:ln>
                  <a:noFill/>
                </a:ln>
                <a:solidFill>
                  <a:schemeClr val="tx2"/>
                </a:solidFill>
                <a:effectLst/>
                <a:uLnTx/>
                <a:uFillTx/>
                <a:latin typeface="Messina Sans Mono" pitchFamily="2" charset="77"/>
                <a:ea typeface="+mn-ea"/>
                <a:cs typeface="Messina Sans Mono" pitchFamily="2" charset="77"/>
              </a:rPr>
              <a:t>PREPARED FOR:</a:t>
            </a:r>
          </a:p>
        </p:txBody>
      </p:sp>
    </p:spTree>
    <p:extLst>
      <p:ext uri="{BB962C8B-B14F-4D97-AF65-F5344CB8AC3E}">
        <p14:creationId xmlns:p14="http://schemas.microsoft.com/office/powerpoint/2010/main" val="2620267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 Gray 7">
    <p:bg>
      <p:bgPr>
        <a:solidFill>
          <a:schemeClr val="tx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37D60840-3142-CB32-93D1-BEC3FAF4722C}"/>
              </a:ext>
            </a:extLst>
          </p:cNvPr>
          <p:cNvSpPr>
            <a:spLocks noGrp="1"/>
          </p:cNvSpPr>
          <p:nvPr>
            <p:ph type="title" hasCustomPrompt="1"/>
          </p:nvPr>
        </p:nvSpPr>
        <p:spPr>
          <a:xfrm>
            <a:off x="609600" y="1600200"/>
            <a:ext cx="10972800" cy="830997"/>
          </a:xfrm>
          <a:prstGeom prst="rect">
            <a:avLst/>
          </a:prstGeom>
        </p:spPr>
        <p:txBody>
          <a:bodyPr lIns="0" tIns="0" rIns="0" bIns="0" anchor="b">
            <a:normAutofit/>
          </a:bodyPr>
          <a:lstStyle>
            <a:lvl1pPr>
              <a:lnSpc>
                <a:spcPct val="90000"/>
              </a:lnSpc>
              <a:defRPr sz="6000" b="1" i="0" spc="-120" baseline="0">
                <a:solidFill>
                  <a:schemeClr val="bg1"/>
                </a:solidFill>
                <a:latin typeface="Messina Sans" pitchFamily="2" charset="77"/>
                <a:cs typeface="Messina Sans" pitchFamily="2" charset="77"/>
              </a:defRPr>
            </a:lvl1pPr>
          </a:lstStyle>
          <a:p>
            <a:r>
              <a:rPr lang="en-US"/>
              <a:t>Click to edit section title</a:t>
            </a:r>
          </a:p>
        </p:txBody>
      </p:sp>
      <p:sp>
        <p:nvSpPr>
          <p:cNvPr id="20" name="Text Placeholder 2">
            <a:extLst>
              <a:ext uri="{FF2B5EF4-FFF2-40B4-BE49-F238E27FC236}">
                <a16:creationId xmlns:a16="http://schemas.microsoft.com/office/drawing/2014/main" id="{FA523CB8-C7D5-3403-D5D8-0BE1E84D41A2}"/>
              </a:ext>
            </a:extLst>
          </p:cNvPr>
          <p:cNvSpPr>
            <a:spLocks noGrp="1"/>
          </p:cNvSpPr>
          <p:nvPr>
            <p:ph type="body" idx="1" hasCustomPrompt="1"/>
          </p:nvPr>
        </p:nvSpPr>
        <p:spPr>
          <a:xfrm>
            <a:off x="1524000" y="2920113"/>
            <a:ext cx="4572000" cy="203582"/>
          </a:xfrm>
          <a:prstGeom prst="rect">
            <a:avLst/>
          </a:prstGeom>
        </p:spPr>
        <p:txBody>
          <a:bodyPr wrap="square" lIns="0" tIns="0" rIns="0" bIns="0">
            <a:spAutoFit/>
          </a:bodyPr>
          <a:lstStyle>
            <a:lvl1pPr marL="0" indent="0">
              <a:lnSpc>
                <a:spcPct val="120000"/>
              </a:lnSpc>
              <a:buNone/>
              <a:defRPr sz="1200" b="0" i="0" spc="-20" baseline="0">
                <a:solidFill>
                  <a:schemeClr val="accent6">
                    <a:lumMod val="20000"/>
                    <a:lumOff val="80000"/>
                  </a:schemeClr>
                </a:solidFill>
                <a:latin typeface="Messina Sans" pitchFamily="2" charset="77"/>
                <a:cs typeface="Messina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description</a:t>
            </a:r>
          </a:p>
        </p:txBody>
      </p:sp>
      <p:pic>
        <p:nvPicPr>
          <p:cNvPr id="21" name="Picture 20">
            <a:extLst>
              <a:ext uri="{FF2B5EF4-FFF2-40B4-BE49-F238E27FC236}">
                <a16:creationId xmlns:a16="http://schemas.microsoft.com/office/drawing/2014/main" id="{A178F513-22D1-1C9C-AC65-CF8005AAA331}"/>
              </a:ext>
            </a:extLst>
          </p:cNvPr>
          <p:cNvPicPr>
            <a:picLocks noChangeAspect="1"/>
          </p:cNvPicPr>
          <p:nvPr userDrawn="1"/>
        </p:nvPicPr>
        <p:blipFill>
          <a:blip r:embed="rId2"/>
          <a:srcRect/>
          <a:stretch/>
        </p:blipFill>
        <p:spPr>
          <a:xfrm>
            <a:off x="265176" y="6510685"/>
            <a:ext cx="749507" cy="91439"/>
          </a:xfrm>
          <a:prstGeom prst="rect">
            <a:avLst/>
          </a:prstGeom>
        </p:spPr>
      </p:pic>
      <p:sp>
        <p:nvSpPr>
          <p:cNvPr id="3" name="Slide Number Placeholder 1">
            <a:extLst>
              <a:ext uri="{FF2B5EF4-FFF2-40B4-BE49-F238E27FC236}">
                <a16:creationId xmlns:a16="http://schemas.microsoft.com/office/drawing/2014/main" id="{D483F8DD-966C-7D95-B95C-A76C44C7838B}"/>
              </a:ext>
            </a:extLst>
          </p:cNvPr>
          <p:cNvSpPr>
            <a:spLocks noGrp="1"/>
          </p:cNvSpPr>
          <p:nvPr>
            <p:ph type="sldNum" sz="quarter" idx="4"/>
          </p:nvPr>
        </p:nvSpPr>
        <p:spPr>
          <a:xfrm>
            <a:off x="10671048" y="6481757"/>
            <a:ext cx="1298448" cy="138499"/>
          </a:xfrm>
          <a:prstGeom prst="rect">
            <a:avLst/>
          </a:prstGeom>
        </p:spPr>
        <p:txBody>
          <a:bodyPr vert="horz" lIns="0" tIns="0" rIns="0" bIns="0" rtlCol="0" anchor="b">
            <a:spAutoFit/>
          </a:bodyPr>
          <a:lstStyle>
            <a:lvl1pPr algn="r">
              <a:defRPr sz="900" b="1" i="0">
                <a:solidFill>
                  <a:schemeClr val="bg1"/>
                </a:solidFill>
                <a:latin typeface="Messina Sans" pitchFamily="2" charset="77"/>
                <a:cs typeface="Messina Sans" pitchFamily="2" charset="77"/>
              </a:defRPr>
            </a:lvl1pPr>
          </a:lstStyle>
          <a:p>
            <a:fld id="{07A38AFC-035F-5C43-87B1-75BBD75E799E}" type="slidenum">
              <a:rPr lang="en-US" smtClean="0"/>
              <a:pPr/>
              <a:t>‹#›</a:t>
            </a:fld>
            <a:endParaRPr lang="en-US"/>
          </a:p>
        </p:txBody>
      </p:sp>
      <p:cxnSp>
        <p:nvCxnSpPr>
          <p:cNvPr id="6" name="Straight Connector 5">
            <a:extLst>
              <a:ext uri="{FF2B5EF4-FFF2-40B4-BE49-F238E27FC236}">
                <a16:creationId xmlns:a16="http://schemas.microsoft.com/office/drawing/2014/main" id="{4B04A073-541F-5421-C22F-FE0EDD541455}"/>
              </a:ext>
            </a:extLst>
          </p:cNvPr>
          <p:cNvCxnSpPr>
            <a:cxnSpLocks/>
          </p:cNvCxnSpPr>
          <p:nvPr userDrawn="1"/>
        </p:nvCxnSpPr>
        <p:spPr>
          <a:xfrm flipH="1">
            <a:off x="609600" y="2509024"/>
            <a:ext cx="5486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1260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 Gray 4">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21F429-D913-CB12-DDDF-F67DD3C86AD6}"/>
              </a:ext>
            </a:extLst>
          </p:cNvPr>
          <p:cNvSpPr/>
          <p:nvPr userDrawn="1"/>
        </p:nvSpPr>
        <p:spPr>
          <a:xfrm>
            <a:off x="0" y="6172200"/>
            <a:ext cx="4267200" cy="6858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D5BD7C-A091-A908-DC14-E4F03FE91B40}"/>
              </a:ext>
            </a:extLst>
          </p:cNvPr>
          <p:cNvSpPr>
            <a:spLocks noGrp="1"/>
          </p:cNvSpPr>
          <p:nvPr>
            <p:ph type="title" hasCustomPrompt="1"/>
          </p:nvPr>
        </p:nvSpPr>
        <p:spPr>
          <a:xfrm>
            <a:off x="609600" y="1600200"/>
            <a:ext cx="10972800" cy="830997"/>
          </a:xfrm>
          <a:prstGeom prst="rect">
            <a:avLst/>
          </a:prstGeom>
        </p:spPr>
        <p:txBody>
          <a:bodyPr lIns="0" tIns="0" rIns="0" bIns="0" anchor="b">
            <a:normAutofit/>
          </a:bodyPr>
          <a:lstStyle>
            <a:lvl1pPr>
              <a:lnSpc>
                <a:spcPct val="90000"/>
              </a:lnSpc>
              <a:defRPr sz="6000" b="1" i="0" spc="-120" baseline="0">
                <a:solidFill>
                  <a:schemeClr val="bg1"/>
                </a:solidFill>
                <a:latin typeface="Messina Sans" pitchFamily="2" charset="77"/>
                <a:cs typeface="Messina Sans" pitchFamily="2" charset="77"/>
              </a:defRPr>
            </a:lvl1pPr>
          </a:lstStyle>
          <a:p>
            <a:r>
              <a:rPr lang="en-US"/>
              <a:t>Click to edit section title</a:t>
            </a:r>
          </a:p>
        </p:txBody>
      </p:sp>
      <p:pic>
        <p:nvPicPr>
          <p:cNvPr id="4" name="Picture 3">
            <a:extLst>
              <a:ext uri="{FF2B5EF4-FFF2-40B4-BE49-F238E27FC236}">
                <a16:creationId xmlns:a16="http://schemas.microsoft.com/office/drawing/2014/main" id="{6075B9BA-1077-3FDD-82B1-D83A752B336E}"/>
              </a:ext>
            </a:extLst>
          </p:cNvPr>
          <p:cNvPicPr>
            <a:picLocks noChangeAspect="1"/>
          </p:cNvPicPr>
          <p:nvPr userDrawn="1"/>
        </p:nvPicPr>
        <p:blipFill>
          <a:blip r:embed="rId2"/>
          <a:srcRect/>
          <a:stretch/>
        </p:blipFill>
        <p:spPr>
          <a:xfrm>
            <a:off x="265176" y="6510685"/>
            <a:ext cx="749507" cy="91439"/>
          </a:xfrm>
          <a:prstGeom prst="rect">
            <a:avLst/>
          </a:prstGeom>
        </p:spPr>
      </p:pic>
      <p:sp>
        <p:nvSpPr>
          <p:cNvPr id="8" name="Text Placeholder 2">
            <a:extLst>
              <a:ext uri="{FF2B5EF4-FFF2-40B4-BE49-F238E27FC236}">
                <a16:creationId xmlns:a16="http://schemas.microsoft.com/office/drawing/2014/main" id="{D5F3B723-D989-1AA2-86EF-D2C4E107C0B4}"/>
              </a:ext>
            </a:extLst>
          </p:cNvPr>
          <p:cNvSpPr txBox="1">
            <a:spLocks/>
          </p:cNvSpPr>
          <p:nvPr userDrawn="1"/>
        </p:nvSpPr>
        <p:spPr>
          <a:xfrm>
            <a:off x="1524000" y="6490418"/>
            <a:ext cx="2319867" cy="123112"/>
          </a:xfrm>
          <a:prstGeom prst="rect">
            <a:avLst/>
          </a:prstGeom>
        </p:spPr>
        <p:txBody>
          <a:bodyPr lIns="0" tIns="0" rIns="0" bIns="0">
            <a:spAutoFit/>
          </a:bodyPr>
          <a:lstStyle>
            <a:lvl1pPr marL="0" indent="0" algn="l" defTabSz="914400" rtl="0" eaLnBrk="1" latinLnBrk="0" hangingPunct="1">
              <a:lnSpc>
                <a:spcPct val="100000"/>
              </a:lnSpc>
              <a:spcBef>
                <a:spcPts val="1000"/>
              </a:spcBef>
              <a:buFont typeface="Arial" panose="020B0604020202020204" pitchFamily="34" charset="0"/>
              <a:buNone/>
              <a:defRPr sz="800" b="0" i="0" kern="120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solidFill>
                  <a:schemeClr val="accent6">
                    <a:lumMod val="40000"/>
                    <a:lumOff val="60000"/>
                  </a:schemeClr>
                </a:solidFill>
              </a:rPr>
              <a:t>© 2025 Accordion     </a:t>
            </a:r>
            <a:r>
              <a:rPr lang="en-US" sz="700" spc="50" baseline="0">
                <a:solidFill>
                  <a:schemeClr val="accent6">
                    <a:lumMod val="40000"/>
                    <a:lumOff val="60000"/>
                  </a:schemeClr>
                </a:solidFill>
              </a:rPr>
              <a:t>CONFIDENTIAL</a:t>
            </a:r>
          </a:p>
        </p:txBody>
      </p:sp>
      <p:sp>
        <p:nvSpPr>
          <p:cNvPr id="5" name="Slide Number Placeholder 1">
            <a:extLst>
              <a:ext uri="{FF2B5EF4-FFF2-40B4-BE49-F238E27FC236}">
                <a16:creationId xmlns:a16="http://schemas.microsoft.com/office/drawing/2014/main" id="{026565C5-36D6-75FE-B4C0-01791721F6F5}"/>
              </a:ext>
            </a:extLst>
          </p:cNvPr>
          <p:cNvSpPr>
            <a:spLocks noGrp="1"/>
          </p:cNvSpPr>
          <p:nvPr>
            <p:ph type="sldNum" sz="quarter" idx="4"/>
          </p:nvPr>
        </p:nvSpPr>
        <p:spPr>
          <a:xfrm>
            <a:off x="10671048" y="6481757"/>
            <a:ext cx="1298448" cy="138499"/>
          </a:xfrm>
          <a:prstGeom prst="rect">
            <a:avLst/>
          </a:prstGeom>
        </p:spPr>
        <p:txBody>
          <a:bodyPr vert="horz" lIns="0" tIns="0" rIns="0" bIns="0" rtlCol="0" anchor="b">
            <a:spAutoFit/>
          </a:bodyPr>
          <a:lstStyle>
            <a:lvl1pPr algn="r">
              <a:defRPr sz="900" b="1" i="0">
                <a:solidFill>
                  <a:schemeClr val="bg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6" name="Text Placeholder 2">
            <a:extLst>
              <a:ext uri="{FF2B5EF4-FFF2-40B4-BE49-F238E27FC236}">
                <a16:creationId xmlns:a16="http://schemas.microsoft.com/office/drawing/2014/main" id="{F4B5AA96-EF71-0993-516C-BA83366A5C43}"/>
              </a:ext>
            </a:extLst>
          </p:cNvPr>
          <p:cNvSpPr>
            <a:spLocks noGrp="1"/>
          </p:cNvSpPr>
          <p:nvPr>
            <p:ph type="body" idx="1" hasCustomPrompt="1"/>
          </p:nvPr>
        </p:nvSpPr>
        <p:spPr>
          <a:xfrm>
            <a:off x="1524000" y="2920113"/>
            <a:ext cx="4572000" cy="203582"/>
          </a:xfrm>
          <a:prstGeom prst="rect">
            <a:avLst/>
          </a:prstGeom>
        </p:spPr>
        <p:txBody>
          <a:bodyPr wrap="square" lIns="0" tIns="0" rIns="0" bIns="0">
            <a:spAutoFit/>
          </a:bodyPr>
          <a:lstStyle>
            <a:lvl1pPr marL="0" indent="0">
              <a:lnSpc>
                <a:spcPct val="120000"/>
              </a:lnSpc>
              <a:buNone/>
              <a:defRPr sz="1200" b="0" i="0" spc="-20" baseline="0">
                <a:solidFill>
                  <a:schemeClr val="accent6">
                    <a:lumMod val="20000"/>
                    <a:lumOff val="80000"/>
                  </a:schemeClr>
                </a:solidFill>
                <a:latin typeface="Messina Sans" pitchFamily="2" charset="77"/>
                <a:cs typeface="Messina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description</a:t>
            </a:r>
          </a:p>
        </p:txBody>
      </p:sp>
      <p:cxnSp>
        <p:nvCxnSpPr>
          <p:cNvPr id="11" name="Straight Connector 10">
            <a:extLst>
              <a:ext uri="{FF2B5EF4-FFF2-40B4-BE49-F238E27FC236}">
                <a16:creationId xmlns:a16="http://schemas.microsoft.com/office/drawing/2014/main" id="{7B1BAF2E-B676-6CFF-3F77-3BA9023349A3}"/>
              </a:ext>
            </a:extLst>
          </p:cNvPr>
          <p:cNvCxnSpPr>
            <a:cxnSpLocks/>
          </p:cNvCxnSpPr>
          <p:nvPr userDrawn="1"/>
        </p:nvCxnSpPr>
        <p:spPr>
          <a:xfrm flipH="1">
            <a:off x="609600" y="2509024"/>
            <a:ext cx="5486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1625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BD7C-A091-A908-DC14-E4F03FE91B40}"/>
              </a:ext>
            </a:extLst>
          </p:cNvPr>
          <p:cNvSpPr>
            <a:spLocks noGrp="1"/>
          </p:cNvSpPr>
          <p:nvPr>
            <p:ph type="title" hasCustomPrompt="1"/>
          </p:nvPr>
        </p:nvSpPr>
        <p:spPr>
          <a:xfrm>
            <a:off x="609600" y="1600200"/>
            <a:ext cx="10972800" cy="830997"/>
          </a:xfrm>
          <a:prstGeom prst="rect">
            <a:avLst/>
          </a:prstGeom>
        </p:spPr>
        <p:txBody>
          <a:bodyPr lIns="0" tIns="0" rIns="0" bIns="0" anchor="b">
            <a:normAutofit/>
          </a:bodyPr>
          <a:lstStyle>
            <a:lvl1pPr>
              <a:lnSpc>
                <a:spcPct val="90000"/>
              </a:lnSpc>
              <a:defRPr sz="6000" b="1" i="0" spc="-120" baseline="0">
                <a:solidFill>
                  <a:schemeClr val="tx1"/>
                </a:solidFill>
                <a:latin typeface="Messina Sans" pitchFamily="2" charset="77"/>
                <a:cs typeface="Messina Sans" pitchFamily="2" charset="77"/>
              </a:defRPr>
            </a:lvl1pPr>
          </a:lstStyle>
          <a:p>
            <a:r>
              <a:rPr lang="en-US"/>
              <a:t>Click to edit section title</a:t>
            </a:r>
          </a:p>
        </p:txBody>
      </p:sp>
      <p:sp>
        <p:nvSpPr>
          <p:cNvPr id="5" name="Slide Number Placeholder 1">
            <a:extLst>
              <a:ext uri="{FF2B5EF4-FFF2-40B4-BE49-F238E27FC236}">
                <a16:creationId xmlns:a16="http://schemas.microsoft.com/office/drawing/2014/main" id="{026565C5-36D6-75FE-B4C0-01791721F6F5}"/>
              </a:ext>
            </a:extLst>
          </p:cNvPr>
          <p:cNvSpPr>
            <a:spLocks noGrp="1"/>
          </p:cNvSpPr>
          <p:nvPr>
            <p:ph type="sldNum" sz="quarter" idx="4"/>
          </p:nvPr>
        </p:nvSpPr>
        <p:spPr>
          <a:xfrm>
            <a:off x="10671048" y="6481757"/>
            <a:ext cx="1298448" cy="138499"/>
          </a:xfrm>
          <a:prstGeom prst="rect">
            <a:avLst/>
          </a:prstGeom>
        </p:spPr>
        <p:txBody>
          <a:bodyPr vert="horz" lIns="0" tIns="0" rIns="0" bIns="0" rtlCol="0" anchor="b">
            <a:spAutoFit/>
          </a:bodyPr>
          <a:lstStyle>
            <a:lvl1pPr algn="r">
              <a:defRPr sz="900" b="1" i="0">
                <a:solidFill>
                  <a:schemeClr val="bg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3" name="Text Placeholder 2">
            <a:extLst>
              <a:ext uri="{FF2B5EF4-FFF2-40B4-BE49-F238E27FC236}">
                <a16:creationId xmlns:a16="http://schemas.microsoft.com/office/drawing/2014/main" id="{A3DEB219-3457-B9DC-AF8A-CF58E7F3F7E3}"/>
              </a:ext>
            </a:extLst>
          </p:cNvPr>
          <p:cNvSpPr>
            <a:spLocks noGrp="1"/>
          </p:cNvSpPr>
          <p:nvPr>
            <p:ph type="body" idx="1" hasCustomPrompt="1"/>
          </p:nvPr>
        </p:nvSpPr>
        <p:spPr>
          <a:xfrm>
            <a:off x="1524000" y="2920113"/>
            <a:ext cx="4572000" cy="203582"/>
          </a:xfrm>
          <a:prstGeom prst="rect">
            <a:avLst/>
          </a:prstGeom>
        </p:spPr>
        <p:txBody>
          <a:bodyPr wrap="square" lIns="0" tIns="0" rIns="0" bIns="0">
            <a:spAutoFit/>
          </a:bodyPr>
          <a:lstStyle>
            <a:lvl1pPr marL="0" indent="0">
              <a:lnSpc>
                <a:spcPct val="120000"/>
              </a:lnSpc>
              <a:buNone/>
              <a:defRPr sz="1200" b="0" i="0" spc="-20" baseline="0">
                <a:solidFill>
                  <a:schemeClr val="tx2"/>
                </a:solidFill>
                <a:latin typeface="Messina Sans" pitchFamily="2" charset="77"/>
                <a:cs typeface="Messina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description</a:t>
            </a:r>
          </a:p>
        </p:txBody>
      </p:sp>
      <p:cxnSp>
        <p:nvCxnSpPr>
          <p:cNvPr id="4" name="Straight Connector 3">
            <a:extLst>
              <a:ext uri="{FF2B5EF4-FFF2-40B4-BE49-F238E27FC236}">
                <a16:creationId xmlns:a16="http://schemas.microsoft.com/office/drawing/2014/main" id="{CF5C82B1-107F-28EC-D5AE-1625D22C9DD9}"/>
              </a:ext>
            </a:extLst>
          </p:cNvPr>
          <p:cNvCxnSpPr>
            <a:cxnSpLocks/>
          </p:cNvCxnSpPr>
          <p:nvPr userDrawn="1"/>
        </p:nvCxnSpPr>
        <p:spPr>
          <a:xfrm flipH="1">
            <a:off x="609600" y="2509024"/>
            <a:ext cx="5486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09179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ection Divider - Whi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BD7C-A091-A908-DC14-E4F03FE91B40}"/>
              </a:ext>
            </a:extLst>
          </p:cNvPr>
          <p:cNvSpPr>
            <a:spLocks noGrp="1"/>
          </p:cNvSpPr>
          <p:nvPr>
            <p:ph type="title" hasCustomPrompt="1"/>
          </p:nvPr>
        </p:nvSpPr>
        <p:spPr>
          <a:xfrm>
            <a:off x="609600" y="1600200"/>
            <a:ext cx="10972800" cy="830997"/>
          </a:xfrm>
          <a:prstGeom prst="rect">
            <a:avLst/>
          </a:prstGeom>
        </p:spPr>
        <p:txBody>
          <a:bodyPr lIns="0" tIns="0" rIns="0" bIns="0" anchor="b">
            <a:normAutofit/>
          </a:bodyPr>
          <a:lstStyle>
            <a:lvl1pPr>
              <a:lnSpc>
                <a:spcPct val="90000"/>
              </a:lnSpc>
              <a:defRPr sz="6000" b="1" i="0" spc="-120" baseline="0">
                <a:solidFill>
                  <a:schemeClr val="tx1"/>
                </a:solidFill>
                <a:latin typeface="Messina Sans" pitchFamily="2" charset="77"/>
                <a:cs typeface="Messina Sans" pitchFamily="2" charset="77"/>
              </a:defRPr>
            </a:lvl1pPr>
          </a:lstStyle>
          <a:p>
            <a:r>
              <a:rPr lang="en-US"/>
              <a:t>Click to edit section title</a:t>
            </a:r>
          </a:p>
        </p:txBody>
      </p:sp>
      <p:sp>
        <p:nvSpPr>
          <p:cNvPr id="5" name="Slide Number Placeholder 1">
            <a:extLst>
              <a:ext uri="{FF2B5EF4-FFF2-40B4-BE49-F238E27FC236}">
                <a16:creationId xmlns:a16="http://schemas.microsoft.com/office/drawing/2014/main" id="{026565C5-36D6-75FE-B4C0-01791721F6F5}"/>
              </a:ext>
            </a:extLst>
          </p:cNvPr>
          <p:cNvSpPr>
            <a:spLocks noGrp="1"/>
          </p:cNvSpPr>
          <p:nvPr>
            <p:ph type="sldNum" sz="quarter" idx="4"/>
          </p:nvPr>
        </p:nvSpPr>
        <p:spPr>
          <a:xfrm>
            <a:off x="10671048" y="6481757"/>
            <a:ext cx="1298448" cy="138499"/>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3" name="Text Placeholder 2">
            <a:extLst>
              <a:ext uri="{FF2B5EF4-FFF2-40B4-BE49-F238E27FC236}">
                <a16:creationId xmlns:a16="http://schemas.microsoft.com/office/drawing/2014/main" id="{F2A5CD78-4481-E53A-D439-F9A1E494685A}"/>
              </a:ext>
            </a:extLst>
          </p:cNvPr>
          <p:cNvSpPr>
            <a:spLocks noGrp="1"/>
          </p:cNvSpPr>
          <p:nvPr>
            <p:ph type="body" idx="1" hasCustomPrompt="1"/>
          </p:nvPr>
        </p:nvSpPr>
        <p:spPr>
          <a:xfrm>
            <a:off x="1524000" y="2920113"/>
            <a:ext cx="4572000" cy="203582"/>
          </a:xfrm>
          <a:prstGeom prst="rect">
            <a:avLst/>
          </a:prstGeom>
        </p:spPr>
        <p:txBody>
          <a:bodyPr wrap="square" lIns="0" tIns="0" rIns="0" bIns="0">
            <a:spAutoFit/>
          </a:bodyPr>
          <a:lstStyle>
            <a:lvl1pPr marL="0" indent="0">
              <a:lnSpc>
                <a:spcPct val="120000"/>
              </a:lnSpc>
              <a:buNone/>
              <a:defRPr sz="1200" b="0" i="0" spc="-20" baseline="0">
                <a:solidFill>
                  <a:schemeClr val="tx2"/>
                </a:solidFill>
                <a:latin typeface="Messina Sans" pitchFamily="2" charset="77"/>
                <a:cs typeface="Messina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description</a:t>
            </a:r>
          </a:p>
        </p:txBody>
      </p:sp>
      <p:cxnSp>
        <p:nvCxnSpPr>
          <p:cNvPr id="4" name="Straight Connector 3">
            <a:extLst>
              <a:ext uri="{FF2B5EF4-FFF2-40B4-BE49-F238E27FC236}">
                <a16:creationId xmlns:a16="http://schemas.microsoft.com/office/drawing/2014/main" id="{95D4C124-013A-A12F-4DF6-AE2B0A568AC4}"/>
              </a:ext>
            </a:extLst>
          </p:cNvPr>
          <p:cNvCxnSpPr>
            <a:cxnSpLocks/>
          </p:cNvCxnSpPr>
          <p:nvPr userDrawn="1"/>
        </p:nvCxnSpPr>
        <p:spPr>
          <a:xfrm flipH="1">
            <a:off x="609600" y="2509024"/>
            <a:ext cx="5486400"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01894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B6340F2-50B6-EA86-9B8F-FE638765E119}"/>
              </a:ext>
            </a:extLst>
          </p:cNvPr>
          <p:cNvSpPr/>
          <p:nvPr userDrawn="1"/>
        </p:nvSpPr>
        <p:spPr>
          <a:xfrm>
            <a:off x="4267200" y="0"/>
            <a:ext cx="7924800" cy="61722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22">
            <a:extLst>
              <a:ext uri="{FF2B5EF4-FFF2-40B4-BE49-F238E27FC236}">
                <a16:creationId xmlns:a16="http://schemas.microsoft.com/office/drawing/2014/main" id="{0A710A9B-B043-B059-C2CC-8C64CE14F2EA}"/>
              </a:ext>
            </a:extLst>
          </p:cNvPr>
          <p:cNvSpPr>
            <a:spLocks noGrp="1"/>
          </p:cNvSpPr>
          <p:nvPr>
            <p:ph type="body" sz="quarter" idx="13" hasCustomPrompt="1"/>
          </p:nvPr>
        </p:nvSpPr>
        <p:spPr>
          <a:xfrm>
            <a:off x="3157641" y="1600200"/>
            <a:ext cx="842859" cy="4571999"/>
          </a:xfrm>
          <a:prstGeom prst="rect">
            <a:avLst/>
          </a:prstGeom>
        </p:spPr>
        <p:txBody>
          <a:bodyPr wrap="square" lIns="0" tIns="0" rIns="0" bIns="0">
            <a:normAutofit/>
          </a:bodyPr>
          <a:lstStyle>
            <a:lvl1pPr marL="0" indent="0" algn="r">
              <a:lnSpc>
                <a:spcPct val="100000"/>
              </a:lnSpc>
              <a:spcBef>
                <a:spcPts val="0"/>
              </a:spcBef>
              <a:spcAft>
                <a:spcPts val="600"/>
              </a:spcAft>
              <a:buNone/>
              <a:defRPr sz="2400" b="0" i="0">
                <a:solidFill>
                  <a:schemeClr val="tx1"/>
                </a:solidFill>
                <a:latin typeface="Messina Sans Mono Light" pitchFamily="2" charset="77"/>
                <a:cs typeface="Messina Sans Mono Light"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page numbers</a:t>
            </a:r>
          </a:p>
        </p:txBody>
      </p:sp>
      <p:sp>
        <p:nvSpPr>
          <p:cNvPr id="24" name="Text Placeholder 22">
            <a:extLst>
              <a:ext uri="{FF2B5EF4-FFF2-40B4-BE49-F238E27FC236}">
                <a16:creationId xmlns:a16="http://schemas.microsoft.com/office/drawing/2014/main" id="{49732834-2F38-BFB2-7AEF-C55A75781C1E}"/>
              </a:ext>
            </a:extLst>
          </p:cNvPr>
          <p:cNvSpPr>
            <a:spLocks noGrp="1"/>
          </p:cNvSpPr>
          <p:nvPr>
            <p:ph type="body" sz="quarter" idx="14" hasCustomPrompt="1"/>
          </p:nvPr>
        </p:nvSpPr>
        <p:spPr>
          <a:xfrm>
            <a:off x="4533900" y="1600200"/>
            <a:ext cx="7048500" cy="4572000"/>
          </a:xfrm>
          <a:prstGeom prst="rect">
            <a:avLst/>
          </a:prstGeom>
        </p:spPr>
        <p:txBody>
          <a:bodyPr lIns="0" tIns="0" rIns="0" bIns="0">
            <a:normAutofit/>
          </a:bodyPr>
          <a:lstStyle>
            <a:lvl1pPr marL="0" indent="0">
              <a:lnSpc>
                <a:spcPct val="100000"/>
              </a:lnSpc>
              <a:spcBef>
                <a:spcPts val="0"/>
              </a:spcBef>
              <a:spcAft>
                <a:spcPts val="600"/>
              </a:spcAft>
              <a:buNone/>
              <a:defRPr sz="2400" b="1" i="0">
                <a:solidFill>
                  <a:schemeClr val="tx1"/>
                </a:solidFill>
                <a:latin typeface="Messina Sans" pitchFamily="2" charset="77"/>
                <a:cs typeface="Messina Sa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table of contents</a:t>
            </a:r>
          </a:p>
        </p:txBody>
      </p:sp>
      <p:sp>
        <p:nvSpPr>
          <p:cNvPr id="5" name="Slide Number Placeholder 1">
            <a:extLst>
              <a:ext uri="{FF2B5EF4-FFF2-40B4-BE49-F238E27FC236}">
                <a16:creationId xmlns:a16="http://schemas.microsoft.com/office/drawing/2014/main" id="{058FC120-D42A-0B90-2428-9DD0916FB4E8}"/>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2" name="Text Placeholder 22">
            <a:extLst>
              <a:ext uri="{FF2B5EF4-FFF2-40B4-BE49-F238E27FC236}">
                <a16:creationId xmlns:a16="http://schemas.microsoft.com/office/drawing/2014/main" id="{DF3C4BD3-C093-BD32-4764-37F6E122FEE0}"/>
              </a:ext>
            </a:extLst>
          </p:cNvPr>
          <p:cNvSpPr>
            <a:spLocks noGrp="1"/>
          </p:cNvSpPr>
          <p:nvPr>
            <p:ph type="body" sz="quarter" idx="15" hasCustomPrompt="1"/>
          </p:nvPr>
        </p:nvSpPr>
        <p:spPr>
          <a:xfrm>
            <a:off x="606670" y="1600200"/>
            <a:ext cx="1828800" cy="4572000"/>
          </a:xfrm>
          <a:prstGeom prst="rect">
            <a:avLst/>
          </a:prstGeom>
        </p:spPr>
        <p:txBody>
          <a:bodyPr lIns="0" tIns="0" rIns="0" bIns="0">
            <a:normAutofit/>
          </a:bodyPr>
          <a:lstStyle>
            <a:lvl1pPr marL="0" indent="0">
              <a:lnSpc>
                <a:spcPct val="100000"/>
              </a:lnSpc>
              <a:spcBef>
                <a:spcPts val="0"/>
              </a:spcBef>
              <a:spcAft>
                <a:spcPts val="600"/>
              </a:spcAft>
              <a:buNone/>
              <a:defRPr sz="2400" b="1" i="0">
                <a:solidFill>
                  <a:schemeClr val="tx1"/>
                </a:solidFill>
                <a:latin typeface="Messina Sans" pitchFamily="2" charset="77"/>
                <a:cs typeface="Messina Sa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table of contents</a:t>
            </a:r>
          </a:p>
        </p:txBody>
      </p:sp>
    </p:spTree>
    <p:extLst>
      <p:ext uri="{BB962C8B-B14F-4D97-AF65-F5344CB8AC3E}">
        <p14:creationId xmlns:p14="http://schemas.microsoft.com/office/powerpoint/2010/main" val="11547506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7CE3FF-ACDF-0DA5-605E-36A48187240E}"/>
              </a:ext>
            </a:extLst>
          </p:cNvPr>
          <p:cNvSpPr/>
          <p:nvPr userDrawn="1"/>
        </p:nvSpPr>
        <p:spPr>
          <a:xfrm>
            <a:off x="0" y="6172200"/>
            <a:ext cx="3352800" cy="685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8119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 Footer Only">
    <p:spTree>
      <p:nvGrpSpPr>
        <p:cNvPr id="1" name=""/>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5EDEAC71-842C-F37C-5629-54CE99FE19F0}"/>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Tree>
    <p:extLst>
      <p:ext uri="{BB962C8B-B14F-4D97-AF65-F5344CB8AC3E}">
        <p14:creationId xmlns:p14="http://schemas.microsoft.com/office/powerpoint/2010/main" val="33176100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 Dark Gray">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5957DF-035D-BFDB-ABB3-2FC5BBCE6DE6}"/>
              </a:ext>
            </a:extLst>
          </p:cNvPr>
          <p:cNvPicPr>
            <a:picLocks noChangeAspect="1"/>
          </p:cNvPicPr>
          <p:nvPr userDrawn="1"/>
        </p:nvPicPr>
        <p:blipFill>
          <a:blip r:embed="rId2"/>
          <a:srcRect/>
          <a:stretch/>
        </p:blipFill>
        <p:spPr>
          <a:xfrm>
            <a:off x="265176" y="6510685"/>
            <a:ext cx="749507" cy="91439"/>
          </a:xfrm>
          <a:prstGeom prst="rect">
            <a:avLst/>
          </a:prstGeom>
        </p:spPr>
      </p:pic>
      <p:sp>
        <p:nvSpPr>
          <p:cNvPr id="4" name="Slide Number Placeholder 1">
            <a:extLst>
              <a:ext uri="{FF2B5EF4-FFF2-40B4-BE49-F238E27FC236}">
                <a16:creationId xmlns:a16="http://schemas.microsoft.com/office/drawing/2014/main" id="{EB188D14-4302-515D-A67E-A3464C98F68B}"/>
              </a:ext>
            </a:extLst>
          </p:cNvPr>
          <p:cNvSpPr>
            <a:spLocks noGrp="1"/>
          </p:cNvSpPr>
          <p:nvPr>
            <p:ph type="sldNum" sz="quarter" idx="4"/>
          </p:nvPr>
        </p:nvSpPr>
        <p:spPr>
          <a:xfrm>
            <a:off x="10671048" y="6481757"/>
            <a:ext cx="1298448" cy="138499"/>
          </a:xfrm>
          <a:prstGeom prst="rect">
            <a:avLst/>
          </a:prstGeom>
        </p:spPr>
        <p:txBody>
          <a:bodyPr vert="horz" lIns="0" tIns="0" rIns="0" bIns="0" rtlCol="0" anchor="b">
            <a:spAutoFit/>
          </a:bodyPr>
          <a:lstStyle>
            <a:lvl1pPr algn="r">
              <a:defRPr sz="900" b="1" i="0">
                <a:solidFill>
                  <a:schemeClr val="bg1"/>
                </a:solidFill>
                <a:latin typeface="Messina Sans" pitchFamily="2" charset="77"/>
                <a:cs typeface="Messina Sans" pitchFamily="2" charset="77"/>
              </a:defRPr>
            </a:lvl1pPr>
          </a:lstStyle>
          <a:p>
            <a:fld id="{07A38AFC-035F-5C43-87B1-75BBD75E799E}" type="slidenum">
              <a:rPr lang="en-US" smtClean="0"/>
              <a:pPr/>
              <a:t>‹#›</a:t>
            </a:fld>
            <a:endParaRPr lang="en-US"/>
          </a:p>
        </p:txBody>
      </p:sp>
    </p:spTree>
    <p:extLst>
      <p:ext uri="{BB962C8B-B14F-4D97-AF65-F5344CB8AC3E}">
        <p14:creationId xmlns:p14="http://schemas.microsoft.com/office/powerpoint/2010/main" val="23418641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9057-037F-8734-98D5-A6F1C584638A}"/>
              </a:ext>
            </a:extLst>
          </p:cNvPr>
          <p:cNvSpPr>
            <a:spLocks noGrp="1"/>
          </p:cNvSpPr>
          <p:nvPr>
            <p:ph type="title"/>
          </p:nvPr>
        </p:nvSpPr>
        <p:spPr>
          <a:xfrm>
            <a:off x="609600" y="461682"/>
            <a:ext cx="9144000" cy="369332"/>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sp>
        <p:nvSpPr>
          <p:cNvPr id="4" name="Slide Number Placeholder 1">
            <a:extLst>
              <a:ext uri="{FF2B5EF4-FFF2-40B4-BE49-F238E27FC236}">
                <a16:creationId xmlns:a16="http://schemas.microsoft.com/office/drawing/2014/main" id="{E588A055-1A7A-182D-AEAE-7F73337D1A00}"/>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Tree>
    <p:extLst>
      <p:ext uri="{BB962C8B-B14F-4D97-AF65-F5344CB8AC3E}">
        <p14:creationId xmlns:p14="http://schemas.microsoft.com/office/powerpoint/2010/main" val="3037606730"/>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Title and Subhea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4F17A1-08DC-A637-C85A-AE978BE636F2}"/>
              </a:ext>
            </a:extLst>
          </p:cNvPr>
          <p:cNvSpPr>
            <a:spLocks noGrp="1"/>
          </p:cNvSpPr>
          <p:nvPr>
            <p:ph type="body" idx="13"/>
          </p:nvPr>
        </p:nvSpPr>
        <p:spPr>
          <a:xfrm>
            <a:off x="609601" y="929428"/>
            <a:ext cx="9144000" cy="221343"/>
          </a:xfrm>
          <a:prstGeom prst="rect">
            <a:avLst/>
          </a:prstGeom>
        </p:spPr>
        <p:txBody>
          <a:bodyPr wrap="square" lIns="0" tIns="0" rIns="0" bIns="0" anchor="t">
            <a:spAutoFit/>
          </a:bodyPr>
          <a:lstStyle>
            <a:lvl1pPr marL="0" indent="0">
              <a:lnSpc>
                <a:spcPct val="110000"/>
              </a:lnSpc>
              <a:buNone/>
              <a:defRPr sz="1400" b="0" i="0" spc="-20" baseline="0">
                <a:solidFill>
                  <a:schemeClr val="tx2"/>
                </a:solidFill>
                <a:latin typeface="Messina Sans" pitchFamily="2" charset="77"/>
                <a:cs typeface="Messina Sa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itle 1">
            <a:extLst>
              <a:ext uri="{FF2B5EF4-FFF2-40B4-BE49-F238E27FC236}">
                <a16:creationId xmlns:a16="http://schemas.microsoft.com/office/drawing/2014/main" id="{660FE286-F506-FE95-17CF-736EA8730F72}"/>
              </a:ext>
            </a:extLst>
          </p:cNvPr>
          <p:cNvSpPr>
            <a:spLocks noGrp="1"/>
          </p:cNvSpPr>
          <p:nvPr>
            <p:ph type="title"/>
          </p:nvPr>
        </p:nvSpPr>
        <p:spPr>
          <a:xfrm>
            <a:off x="609600" y="461682"/>
            <a:ext cx="9144000" cy="369332"/>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sp>
        <p:nvSpPr>
          <p:cNvPr id="5" name="Slide Number Placeholder 1">
            <a:extLst>
              <a:ext uri="{FF2B5EF4-FFF2-40B4-BE49-F238E27FC236}">
                <a16:creationId xmlns:a16="http://schemas.microsoft.com/office/drawing/2014/main" id="{137CD3F3-F02B-116D-E727-192040653FF4}"/>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4" name="Text Placeholder 3">
            <a:extLst>
              <a:ext uri="{FF2B5EF4-FFF2-40B4-BE49-F238E27FC236}">
                <a16:creationId xmlns:a16="http://schemas.microsoft.com/office/drawing/2014/main" id="{7EEBF0FA-C249-1582-BE16-B1FE444A3D54}"/>
              </a:ext>
            </a:extLst>
          </p:cNvPr>
          <p:cNvSpPr>
            <a:spLocks noGrp="1"/>
          </p:cNvSpPr>
          <p:nvPr>
            <p:ph type="body" sz="quarter" idx="14"/>
          </p:nvPr>
        </p:nvSpPr>
        <p:spPr>
          <a:xfrm>
            <a:off x="609600" y="1600200"/>
            <a:ext cx="5867400" cy="3162300"/>
          </a:xfrm>
          <a:prstGeom prst="rect">
            <a:avLst/>
          </a:prstGeom>
        </p:spPr>
        <p:txBody>
          <a:bodyPr lIns="0" tIns="0" rIns="0" bIns="0"/>
          <a:lstStyle>
            <a:lvl1pPr>
              <a:lnSpc>
                <a:spcPct val="120000"/>
              </a:lnSpc>
              <a:defRPr sz="1200" b="0" i="0" spc="-20" baseline="0">
                <a:solidFill>
                  <a:schemeClr val="tx2"/>
                </a:solidFill>
                <a:latin typeface="Messina Sans" pitchFamily="2" charset="77"/>
                <a:cs typeface="Messina Sans" pitchFamily="2" charset="77"/>
              </a:defRPr>
            </a:lvl1pPr>
            <a:lvl2pPr>
              <a:lnSpc>
                <a:spcPct val="120000"/>
              </a:lnSpc>
              <a:defRPr sz="1200" b="0" i="0" spc="-20" baseline="0">
                <a:solidFill>
                  <a:schemeClr val="tx2"/>
                </a:solidFill>
                <a:latin typeface="Messina Sans" pitchFamily="2" charset="77"/>
                <a:cs typeface="Messina Sans" pitchFamily="2" charset="77"/>
              </a:defRPr>
            </a:lvl2pPr>
            <a:lvl3pPr>
              <a:lnSpc>
                <a:spcPct val="120000"/>
              </a:lnSpc>
              <a:defRPr sz="1200" b="0" i="0" spc="-20" baseline="0">
                <a:solidFill>
                  <a:schemeClr val="tx2"/>
                </a:solidFill>
                <a:latin typeface="Messina Sans" pitchFamily="2" charset="77"/>
                <a:cs typeface="Messina Sans" pitchFamily="2" charset="77"/>
              </a:defRPr>
            </a:lvl3pPr>
            <a:lvl4pPr>
              <a:lnSpc>
                <a:spcPct val="120000"/>
              </a:lnSpc>
              <a:defRPr sz="1200" b="0" i="0" spc="-20" baseline="0">
                <a:solidFill>
                  <a:schemeClr val="tx2"/>
                </a:solidFill>
                <a:latin typeface="Messina Sans" pitchFamily="2" charset="77"/>
                <a:cs typeface="Messina Sans" pitchFamily="2" charset="77"/>
              </a:defRPr>
            </a:lvl4pPr>
            <a:lvl5pPr>
              <a:lnSpc>
                <a:spcPct val="120000"/>
              </a:lnSpc>
              <a:defRPr sz="1200" b="0" i="0" spc="-20" baseline="0">
                <a:solidFill>
                  <a:schemeClr val="tx2"/>
                </a:solidFill>
                <a:latin typeface="Messina Sans" pitchFamily="2" charset="77"/>
                <a:cs typeface="Messina San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74396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Inverse">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0DC9229A-5799-935B-CCE8-3875B2237DFF}"/>
              </a:ext>
            </a:extLst>
          </p:cNvPr>
          <p:cNvSpPr/>
          <p:nvPr userDrawn="1"/>
        </p:nvSpPr>
        <p:spPr>
          <a:xfrm>
            <a:off x="0" y="1600200"/>
            <a:ext cx="12192000" cy="52578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9005840B-395F-71AA-4942-8504BD960E58}"/>
              </a:ext>
            </a:extLst>
          </p:cNvPr>
          <p:cNvSpPr>
            <a:spLocks noGrp="1"/>
          </p:cNvSpPr>
          <p:nvPr>
            <p:ph type="body" idx="13"/>
          </p:nvPr>
        </p:nvSpPr>
        <p:spPr>
          <a:xfrm>
            <a:off x="609601" y="929428"/>
            <a:ext cx="9144000" cy="221343"/>
          </a:xfrm>
          <a:prstGeom prst="rect">
            <a:avLst/>
          </a:prstGeom>
        </p:spPr>
        <p:txBody>
          <a:bodyPr wrap="square" lIns="0" tIns="0" rIns="0" bIns="0" anchor="t">
            <a:spAutoFit/>
          </a:bodyPr>
          <a:lstStyle>
            <a:lvl1pPr marL="0" indent="0">
              <a:lnSpc>
                <a:spcPct val="110000"/>
              </a:lnSpc>
              <a:buNone/>
              <a:defRPr sz="1400" b="0" i="0" spc="-20" baseline="0">
                <a:solidFill>
                  <a:schemeClr val="tx2"/>
                </a:solidFill>
                <a:latin typeface="Messina Sans" pitchFamily="2" charset="77"/>
                <a:cs typeface="Messina Sa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itle 1">
            <a:extLst>
              <a:ext uri="{FF2B5EF4-FFF2-40B4-BE49-F238E27FC236}">
                <a16:creationId xmlns:a16="http://schemas.microsoft.com/office/drawing/2014/main" id="{572D32B9-30B1-669D-B497-5C8C9D6AA7B7}"/>
              </a:ext>
            </a:extLst>
          </p:cNvPr>
          <p:cNvSpPr>
            <a:spLocks noGrp="1"/>
          </p:cNvSpPr>
          <p:nvPr>
            <p:ph type="title"/>
          </p:nvPr>
        </p:nvSpPr>
        <p:spPr>
          <a:xfrm>
            <a:off x="609600" y="462474"/>
            <a:ext cx="9144000" cy="369332"/>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sp>
        <p:nvSpPr>
          <p:cNvPr id="3" name="Slide Number Placeholder 1">
            <a:extLst>
              <a:ext uri="{FF2B5EF4-FFF2-40B4-BE49-F238E27FC236}">
                <a16:creationId xmlns:a16="http://schemas.microsoft.com/office/drawing/2014/main" id="{2A658E38-6291-3338-2A8F-A374F9C0B178}"/>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8" name="Text Placeholder 2">
            <a:extLst>
              <a:ext uri="{FF2B5EF4-FFF2-40B4-BE49-F238E27FC236}">
                <a16:creationId xmlns:a16="http://schemas.microsoft.com/office/drawing/2014/main" id="{E46A74D5-FB75-DDEE-6D3E-AF7226A1520C}"/>
              </a:ext>
            </a:extLst>
          </p:cNvPr>
          <p:cNvSpPr txBox="1">
            <a:spLocks/>
          </p:cNvSpPr>
          <p:nvPr userDrawn="1"/>
        </p:nvSpPr>
        <p:spPr>
          <a:xfrm>
            <a:off x="1524000" y="6490418"/>
            <a:ext cx="2319867" cy="123112"/>
          </a:xfrm>
          <a:prstGeom prst="rect">
            <a:avLst/>
          </a:prstGeom>
        </p:spPr>
        <p:txBody>
          <a:bodyPr lIns="0" tIns="0" rIns="0" bIns="0">
            <a:spAutoFit/>
          </a:bodyPr>
          <a:lstStyle>
            <a:lvl1pPr marL="0" indent="0" algn="l" defTabSz="914400" rtl="0" eaLnBrk="1" latinLnBrk="0" hangingPunct="1">
              <a:lnSpc>
                <a:spcPct val="100000"/>
              </a:lnSpc>
              <a:spcBef>
                <a:spcPts val="1000"/>
              </a:spcBef>
              <a:buFont typeface="Arial" panose="020B0604020202020204" pitchFamily="34" charset="0"/>
              <a:buNone/>
              <a:defRPr sz="800" b="0" i="0" kern="120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solidFill>
                  <a:schemeClr val="accent6">
                    <a:lumMod val="40000"/>
                    <a:lumOff val="60000"/>
                  </a:schemeClr>
                </a:solidFill>
              </a:rPr>
              <a:t>© 2025 Accordion     </a:t>
            </a:r>
            <a:r>
              <a:rPr lang="en-US" sz="700" spc="50" baseline="0">
                <a:solidFill>
                  <a:schemeClr val="accent6">
                    <a:lumMod val="40000"/>
                    <a:lumOff val="60000"/>
                  </a:schemeClr>
                </a:solidFill>
              </a:rPr>
              <a:t>CONFIDENTIAL</a:t>
            </a:r>
          </a:p>
        </p:txBody>
      </p:sp>
      <p:pic>
        <p:nvPicPr>
          <p:cNvPr id="9" name="Picture 8" descr="A black and grey letter on a black background&#10;&#10;Description automatically generated">
            <a:extLst>
              <a:ext uri="{FF2B5EF4-FFF2-40B4-BE49-F238E27FC236}">
                <a16:creationId xmlns:a16="http://schemas.microsoft.com/office/drawing/2014/main" id="{C4D88391-6188-1CAA-A4AB-E1498D4DAB52}"/>
              </a:ext>
            </a:extLst>
          </p:cNvPr>
          <p:cNvPicPr>
            <a:picLocks noChangeAspect="1"/>
          </p:cNvPicPr>
          <p:nvPr userDrawn="1"/>
        </p:nvPicPr>
        <p:blipFill>
          <a:blip r:embed="rId2"/>
          <a:stretch>
            <a:fillRect/>
          </a:stretch>
        </p:blipFill>
        <p:spPr>
          <a:xfrm>
            <a:off x="265176" y="6510685"/>
            <a:ext cx="749507" cy="91440"/>
          </a:xfrm>
          <a:prstGeom prst="rect">
            <a:avLst/>
          </a:prstGeom>
        </p:spPr>
      </p:pic>
    </p:spTree>
    <p:extLst>
      <p:ext uri="{BB962C8B-B14F-4D97-AF65-F5344CB8AC3E}">
        <p14:creationId xmlns:p14="http://schemas.microsoft.com/office/powerpoint/2010/main" val="225190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 Title - Blank Content">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2A0F62F8-D249-E642-DB62-19234B4CD36A}"/>
              </a:ext>
            </a:extLst>
          </p:cNvPr>
          <p:cNvSpPr>
            <a:spLocks noGrp="1"/>
          </p:cNvSpPr>
          <p:nvPr>
            <p:ph type="body" sz="half" idx="2"/>
          </p:nvPr>
        </p:nvSpPr>
        <p:spPr>
          <a:xfrm>
            <a:off x="609601" y="1380744"/>
            <a:ext cx="3200399" cy="221343"/>
          </a:xfrm>
          <a:prstGeom prst="rect">
            <a:avLst/>
          </a:prstGeom>
        </p:spPr>
        <p:txBody>
          <a:bodyPr lIns="0" tIns="0" rIns="0" bIns="0">
            <a:spAutoFit/>
          </a:bodyPr>
          <a:lstStyle>
            <a:lvl1pPr marL="0" indent="0">
              <a:lnSpc>
                <a:spcPct val="110000"/>
              </a:lnSpc>
              <a:buNone/>
              <a:defRPr sz="1400" b="0" i="0" spc="-20" baseline="0">
                <a:solidFill>
                  <a:schemeClr val="tx2"/>
                </a:solidFill>
                <a:latin typeface="Messina Sans" pitchFamily="2" charset="77"/>
                <a:cs typeface="Messina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itle 1">
            <a:extLst>
              <a:ext uri="{FF2B5EF4-FFF2-40B4-BE49-F238E27FC236}">
                <a16:creationId xmlns:a16="http://schemas.microsoft.com/office/drawing/2014/main" id="{F1C92877-2AFD-3CE3-96D7-4CA800A45722}"/>
              </a:ext>
            </a:extLst>
          </p:cNvPr>
          <p:cNvSpPr>
            <a:spLocks noGrp="1"/>
          </p:cNvSpPr>
          <p:nvPr>
            <p:ph type="title"/>
          </p:nvPr>
        </p:nvSpPr>
        <p:spPr>
          <a:xfrm>
            <a:off x="609600" y="461682"/>
            <a:ext cx="3200399" cy="738664"/>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sp>
        <p:nvSpPr>
          <p:cNvPr id="5" name="Slide Number Placeholder 1">
            <a:extLst>
              <a:ext uri="{FF2B5EF4-FFF2-40B4-BE49-F238E27FC236}">
                <a16:creationId xmlns:a16="http://schemas.microsoft.com/office/drawing/2014/main" id="{0620C93E-3F48-FCC7-CFB2-714E1CC452ED}"/>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Tree>
    <p:extLst>
      <p:ext uri="{BB962C8B-B14F-4D97-AF65-F5344CB8AC3E}">
        <p14:creationId xmlns:p14="http://schemas.microsoft.com/office/powerpoint/2010/main" val="17229714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 Title - Invers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CFECF47-97DE-8675-B719-D6BF80BEE487}"/>
              </a:ext>
            </a:extLst>
          </p:cNvPr>
          <p:cNvSpPr/>
          <p:nvPr userDrawn="1"/>
        </p:nvSpPr>
        <p:spPr>
          <a:xfrm>
            <a:off x="4267200" y="0"/>
            <a:ext cx="79248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3">
            <a:extLst>
              <a:ext uri="{FF2B5EF4-FFF2-40B4-BE49-F238E27FC236}">
                <a16:creationId xmlns:a16="http://schemas.microsoft.com/office/drawing/2014/main" id="{7C73D3AB-8A07-049A-8CA0-D47B8361FC5D}"/>
              </a:ext>
            </a:extLst>
          </p:cNvPr>
          <p:cNvSpPr>
            <a:spLocks noGrp="1"/>
          </p:cNvSpPr>
          <p:nvPr>
            <p:ph type="body" sz="half" idx="2"/>
          </p:nvPr>
        </p:nvSpPr>
        <p:spPr>
          <a:xfrm>
            <a:off x="609601" y="1380744"/>
            <a:ext cx="3200399" cy="221343"/>
          </a:xfrm>
          <a:prstGeom prst="rect">
            <a:avLst/>
          </a:prstGeom>
        </p:spPr>
        <p:txBody>
          <a:bodyPr lIns="0" tIns="0" rIns="0" bIns="0">
            <a:spAutoFit/>
          </a:bodyPr>
          <a:lstStyle>
            <a:lvl1pPr marL="0" indent="0">
              <a:lnSpc>
                <a:spcPct val="110000"/>
              </a:lnSpc>
              <a:buNone/>
              <a:defRPr sz="1400" b="0" i="0" spc="-20" baseline="0">
                <a:solidFill>
                  <a:schemeClr val="tx2"/>
                </a:solidFill>
                <a:latin typeface="Messina Sans" pitchFamily="2" charset="77"/>
                <a:cs typeface="Messina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Title 1">
            <a:extLst>
              <a:ext uri="{FF2B5EF4-FFF2-40B4-BE49-F238E27FC236}">
                <a16:creationId xmlns:a16="http://schemas.microsoft.com/office/drawing/2014/main" id="{1E3F7AA4-972F-3F71-9963-01801E630D87}"/>
              </a:ext>
            </a:extLst>
          </p:cNvPr>
          <p:cNvSpPr>
            <a:spLocks noGrp="1"/>
          </p:cNvSpPr>
          <p:nvPr>
            <p:ph type="title"/>
          </p:nvPr>
        </p:nvSpPr>
        <p:spPr>
          <a:xfrm>
            <a:off x="609600" y="461682"/>
            <a:ext cx="3200399" cy="738664"/>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sp>
        <p:nvSpPr>
          <p:cNvPr id="3" name="Slide Number Placeholder 1">
            <a:extLst>
              <a:ext uri="{FF2B5EF4-FFF2-40B4-BE49-F238E27FC236}">
                <a16:creationId xmlns:a16="http://schemas.microsoft.com/office/drawing/2014/main" id="{0F00DA4C-9210-79DE-2E73-B82E8DC1DEA3}"/>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2" name="Content Placeholder 2">
            <a:extLst>
              <a:ext uri="{FF2B5EF4-FFF2-40B4-BE49-F238E27FC236}">
                <a16:creationId xmlns:a16="http://schemas.microsoft.com/office/drawing/2014/main" id="{938FBAE7-2508-CB27-6276-8250B924F47B}"/>
              </a:ext>
            </a:extLst>
          </p:cNvPr>
          <p:cNvSpPr>
            <a:spLocks noGrp="1"/>
          </p:cNvSpPr>
          <p:nvPr>
            <p:ph idx="10"/>
          </p:nvPr>
        </p:nvSpPr>
        <p:spPr>
          <a:xfrm>
            <a:off x="5185561" y="535874"/>
            <a:ext cx="6400798" cy="1425775"/>
          </a:xfrm>
          <a:prstGeom prst="rect">
            <a:avLst/>
          </a:prstGeom>
        </p:spPr>
        <p:txBody>
          <a:bodyPr wrap="square" lIns="0" tIns="0" rIns="0" bIns="0">
            <a:spAutoFit/>
          </a:bodyPr>
          <a:lstStyle>
            <a:lvl1pPr>
              <a:lnSpc>
                <a:spcPct val="110000"/>
              </a:lnSpc>
              <a:defRPr sz="1400" b="0" i="0" spc="-20" baseline="0">
                <a:solidFill>
                  <a:schemeClr val="tx2"/>
                </a:solidFill>
                <a:latin typeface="Messina Sans" pitchFamily="2" charset="77"/>
                <a:cs typeface="Messina Sans" pitchFamily="2" charset="77"/>
              </a:defRPr>
            </a:lvl1pPr>
            <a:lvl2pPr>
              <a:lnSpc>
                <a:spcPct val="110000"/>
              </a:lnSpc>
              <a:defRPr sz="1400" b="0" i="0" spc="-20" baseline="0">
                <a:solidFill>
                  <a:schemeClr val="tx2"/>
                </a:solidFill>
                <a:latin typeface="Messina Sans" pitchFamily="2" charset="77"/>
                <a:cs typeface="Messina Sans" pitchFamily="2" charset="77"/>
              </a:defRPr>
            </a:lvl2pPr>
            <a:lvl3pPr>
              <a:lnSpc>
                <a:spcPct val="110000"/>
              </a:lnSpc>
              <a:defRPr sz="1400" b="0" i="0" spc="-20" baseline="0">
                <a:solidFill>
                  <a:schemeClr val="tx2"/>
                </a:solidFill>
                <a:latin typeface="Messina Sans" pitchFamily="2" charset="77"/>
                <a:cs typeface="Messina Sans" pitchFamily="2" charset="77"/>
              </a:defRPr>
            </a:lvl3pPr>
            <a:lvl4pPr>
              <a:lnSpc>
                <a:spcPct val="110000"/>
              </a:lnSpc>
              <a:defRPr sz="1400" b="0" i="0" spc="-20" baseline="0">
                <a:solidFill>
                  <a:schemeClr val="tx2"/>
                </a:solidFill>
                <a:latin typeface="Messina Sans" pitchFamily="2" charset="77"/>
                <a:cs typeface="Messina Sans" pitchFamily="2" charset="77"/>
              </a:defRPr>
            </a:lvl4pPr>
            <a:lvl5pPr>
              <a:lnSpc>
                <a:spcPct val="110000"/>
              </a:lnSpc>
              <a:defRPr sz="1400" b="0" i="0" spc="-20" baseline="0">
                <a:solidFill>
                  <a:schemeClr val="tx2"/>
                </a:solidFill>
                <a:latin typeface="Messina Sans" pitchFamily="2" charset="77"/>
                <a:cs typeface="Messina Sans"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603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 Title - With Imag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0D30C15-0F20-87C2-C580-A9244588E1B3}"/>
              </a:ext>
            </a:extLst>
          </p:cNvPr>
          <p:cNvSpPr/>
          <p:nvPr userDrawn="1"/>
        </p:nvSpPr>
        <p:spPr>
          <a:xfrm>
            <a:off x="4267200" y="0"/>
            <a:ext cx="79248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659575F1-A380-0439-759F-4CF0BF2DA304}"/>
              </a:ext>
            </a:extLst>
          </p:cNvPr>
          <p:cNvSpPr>
            <a:spLocks noGrp="1"/>
          </p:cNvSpPr>
          <p:nvPr>
            <p:ph type="pic" idx="1"/>
          </p:nvPr>
        </p:nvSpPr>
        <p:spPr>
          <a:xfrm>
            <a:off x="5181600" y="533400"/>
            <a:ext cx="6400799" cy="5638800"/>
          </a:xfrm>
          <a:prstGeom prst="rect">
            <a:avLst/>
          </a:prstGeom>
        </p:spPr>
        <p:txBody>
          <a:bodyPr/>
          <a:lstStyle>
            <a:lvl1pPr marL="0" indent="0" algn="ctr">
              <a:buNone/>
              <a:defRPr sz="1000" b="0" i="0" spc="30" baseline="0">
                <a:solidFill>
                  <a:schemeClr val="tx2"/>
                </a:solidFill>
                <a:latin typeface="Messina Sans Mono Book" pitchFamily="2" charset="77"/>
                <a:cs typeface="Messina Sans Mono Book"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Text Placeholder 3">
            <a:extLst>
              <a:ext uri="{FF2B5EF4-FFF2-40B4-BE49-F238E27FC236}">
                <a16:creationId xmlns:a16="http://schemas.microsoft.com/office/drawing/2014/main" id="{3FB51B5D-FFFB-1C72-B1AB-149E3170CE73}"/>
              </a:ext>
            </a:extLst>
          </p:cNvPr>
          <p:cNvSpPr>
            <a:spLocks noGrp="1"/>
          </p:cNvSpPr>
          <p:nvPr>
            <p:ph type="body" sz="half" idx="2"/>
          </p:nvPr>
        </p:nvSpPr>
        <p:spPr>
          <a:xfrm>
            <a:off x="609601" y="1380744"/>
            <a:ext cx="3200399" cy="221343"/>
          </a:xfrm>
          <a:prstGeom prst="rect">
            <a:avLst/>
          </a:prstGeom>
        </p:spPr>
        <p:txBody>
          <a:bodyPr lIns="0" tIns="0" rIns="0" bIns="0">
            <a:spAutoFit/>
          </a:bodyPr>
          <a:lstStyle>
            <a:lvl1pPr marL="0" indent="0">
              <a:lnSpc>
                <a:spcPct val="110000"/>
              </a:lnSpc>
              <a:buNone/>
              <a:defRPr sz="1400" b="0" i="0" spc="-20" baseline="0">
                <a:solidFill>
                  <a:schemeClr val="tx2"/>
                </a:solidFill>
                <a:latin typeface="Messina Sans" pitchFamily="2" charset="77"/>
                <a:cs typeface="Messina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Title 1">
            <a:extLst>
              <a:ext uri="{FF2B5EF4-FFF2-40B4-BE49-F238E27FC236}">
                <a16:creationId xmlns:a16="http://schemas.microsoft.com/office/drawing/2014/main" id="{FB7EDE90-11E6-CD5D-AC23-5B499304310B}"/>
              </a:ext>
            </a:extLst>
          </p:cNvPr>
          <p:cNvSpPr>
            <a:spLocks noGrp="1"/>
          </p:cNvSpPr>
          <p:nvPr>
            <p:ph type="title"/>
          </p:nvPr>
        </p:nvSpPr>
        <p:spPr>
          <a:xfrm>
            <a:off x="609600" y="461682"/>
            <a:ext cx="3200399" cy="738664"/>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sp>
        <p:nvSpPr>
          <p:cNvPr id="4" name="Slide Number Placeholder 1">
            <a:extLst>
              <a:ext uri="{FF2B5EF4-FFF2-40B4-BE49-F238E27FC236}">
                <a16:creationId xmlns:a16="http://schemas.microsoft.com/office/drawing/2014/main" id="{0BFB5F73-9189-7E90-EFF1-4682C032CEC1}"/>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Tree>
    <p:extLst>
      <p:ext uri="{BB962C8B-B14F-4D97-AF65-F5344CB8AC3E}">
        <p14:creationId xmlns:p14="http://schemas.microsoft.com/office/powerpoint/2010/main" val="2231404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 Titl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CFECF47-97DE-8675-B719-D6BF80BEE487}"/>
              </a:ext>
            </a:extLst>
          </p:cNvPr>
          <p:cNvSpPr/>
          <p:nvPr userDrawn="1"/>
        </p:nvSpPr>
        <p:spPr>
          <a:xfrm>
            <a:off x="-6245" y="0"/>
            <a:ext cx="4273445"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B6206B-8AF3-2827-A7B4-B60C9EDCB285}"/>
              </a:ext>
            </a:extLst>
          </p:cNvPr>
          <p:cNvSpPr>
            <a:spLocks noGrp="1"/>
          </p:cNvSpPr>
          <p:nvPr>
            <p:ph idx="1"/>
          </p:nvPr>
        </p:nvSpPr>
        <p:spPr>
          <a:xfrm>
            <a:off x="5185561" y="535874"/>
            <a:ext cx="6400798" cy="1425775"/>
          </a:xfrm>
          <a:prstGeom prst="rect">
            <a:avLst/>
          </a:prstGeom>
        </p:spPr>
        <p:txBody>
          <a:bodyPr wrap="square" lIns="0" tIns="0" rIns="0" bIns="0">
            <a:spAutoFit/>
          </a:bodyPr>
          <a:lstStyle>
            <a:lvl1pPr>
              <a:lnSpc>
                <a:spcPct val="110000"/>
              </a:lnSpc>
              <a:defRPr sz="1400" b="0" i="0" spc="-20" baseline="0">
                <a:solidFill>
                  <a:schemeClr val="tx2"/>
                </a:solidFill>
                <a:latin typeface="Messina Sans" pitchFamily="2" charset="77"/>
                <a:cs typeface="Messina Sans" pitchFamily="2" charset="77"/>
              </a:defRPr>
            </a:lvl1pPr>
            <a:lvl2pPr>
              <a:lnSpc>
                <a:spcPct val="110000"/>
              </a:lnSpc>
              <a:defRPr sz="1400" b="0" i="0" spc="-20" baseline="0">
                <a:solidFill>
                  <a:schemeClr val="tx2"/>
                </a:solidFill>
                <a:latin typeface="Messina Sans" pitchFamily="2" charset="77"/>
                <a:cs typeface="Messina Sans" pitchFamily="2" charset="77"/>
              </a:defRPr>
            </a:lvl2pPr>
            <a:lvl3pPr>
              <a:lnSpc>
                <a:spcPct val="110000"/>
              </a:lnSpc>
              <a:defRPr sz="1400" b="0" i="0" spc="-20" baseline="0">
                <a:solidFill>
                  <a:schemeClr val="tx2"/>
                </a:solidFill>
                <a:latin typeface="Messina Sans" pitchFamily="2" charset="77"/>
                <a:cs typeface="Messina Sans" pitchFamily="2" charset="77"/>
              </a:defRPr>
            </a:lvl3pPr>
            <a:lvl4pPr>
              <a:lnSpc>
                <a:spcPct val="110000"/>
              </a:lnSpc>
              <a:defRPr sz="1400" b="0" i="0" spc="-20" baseline="0">
                <a:solidFill>
                  <a:schemeClr val="tx2"/>
                </a:solidFill>
                <a:latin typeface="Messina Sans" pitchFamily="2" charset="77"/>
                <a:cs typeface="Messina Sans" pitchFamily="2" charset="77"/>
              </a:defRPr>
            </a:lvl4pPr>
            <a:lvl5pPr>
              <a:lnSpc>
                <a:spcPct val="110000"/>
              </a:lnSpc>
              <a:defRPr sz="1400" b="0" i="0" spc="-20" baseline="0">
                <a:solidFill>
                  <a:schemeClr val="tx2"/>
                </a:solidFill>
                <a:latin typeface="Messina Sans" pitchFamily="2" charset="77"/>
                <a:cs typeface="Messina Sans"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2AAB1F-5B20-13D0-C3E8-5E46ECB1ACDE}"/>
              </a:ext>
            </a:extLst>
          </p:cNvPr>
          <p:cNvSpPr>
            <a:spLocks noGrp="1"/>
          </p:cNvSpPr>
          <p:nvPr>
            <p:ph type="body" sz="half" idx="2"/>
          </p:nvPr>
        </p:nvSpPr>
        <p:spPr>
          <a:xfrm>
            <a:off x="609601" y="1380744"/>
            <a:ext cx="3200399" cy="221343"/>
          </a:xfrm>
          <a:prstGeom prst="rect">
            <a:avLst/>
          </a:prstGeom>
        </p:spPr>
        <p:txBody>
          <a:bodyPr lIns="0" tIns="0" rIns="0" bIns="0">
            <a:spAutoFit/>
          </a:bodyPr>
          <a:lstStyle>
            <a:lvl1pPr marL="0" indent="0">
              <a:lnSpc>
                <a:spcPct val="110000"/>
              </a:lnSpc>
              <a:buNone/>
              <a:defRPr sz="1400" b="0" i="0" spc="-20" baseline="0">
                <a:solidFill>
                  <a:schemeClr val="tx2"/>
                </a:solidFill>
                <a:latin typeface="Messina Sans" pitchFamily="2" charset="77"/>
                <a:cs typeface="Messina Sans"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tle 1">
            <a:extLst>
              <a:ext uri="{FF2B5EF4-FFF2-40B4-BE49-F238E27FC236}">
                <a16:creationId xmlns:a16="http://schemas.microsoft.com/office/drawing/2014/main" id="{29BE5235-6568-D418-9735-B2422298D1AB}"/>
              </a:ext>
            </a:extLst>
          </p:cNvPr>
          <p:cNvSpPr>
            <a:spLocks noGrp="1"/>
          </p:cNvSpPr>
          <p:nvPr>
            <p:ph type="title"/>
          </p:nvPr>
        </p:nvSpPr>
        <p:spPr>
          <a:xfrm>
            <a:off x="609600" y="461682"/>
            <a:ext cx="3200399" cy="738664"/>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sp>
        <p:nvSpPr>
          <p:cNvPr id="9" name="Text Placeholder 2">
            <a:extLst>
              <a:ext uri="{FF2B5EF4-FFF2-40B4-BE49-F238E27FC236}">
                <a16:creationId xmlns:a16="http://schemas.microsoft.com/office/drawing/2014/main" id="{7EEC76B0-C8E5-5D3B-1D36-34B1FDBDE31B}"/>
              </a:ext>
            </a:extLst>
          </p:cNvPr>
          <p:cNvSpPr txBox="1">
            <a:spLocks/>
          </p:cNvSpPr>
          <p:nvPr userDrawn="1"/>
        </p:nvSpPr>
        <p:spPr>
          <a:xfrm>
            <a:off x="1524000" y="6490418"/>
            <a:ext cx="2319867" cy="123112"/>
          </a:xfrm>
          <a:prstGeom prst="rect">
            <a:avLst/>
          </a:prstGeom>
        </p:spPr>
        <p:txBody>
          <a:bodyPr lIns="0" tIns="0" rIns="0" bIns="0">
            <a:spAutoFit/>
          </a:bodyPr>
          <a:lstStyle>
            <a:lvl1pPr marL="0" indent="0" algn="l" defTabSz="914400" rtl="0" eaLnBrk="1" latinLnBrk="0" hangingPunct="1">
              <a:lnSpc>
                <a:spcPct val="100000"/>
              </a:lnSpc>
              <a:spcBef>
                <a:spcPts val="1000"/>
              </a:spcBef>
              <a:buFont typeface="Arial" panose="020B0604020202020204" pitchFamily="34" charset="0"/>
              <a:buNone/>
              <a:defRPr sz="800" b="0" i="0" kern="120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solidFill>
                  <a:schemeClr val="accent6">
                    <a:lumMod val="40000"/>
                    <a:lumOff val="60000"/>
                  </a:schemeClr>
                </a:solidFill>
              </a:rPr>
              <a:t>© 2025 Accordion     </a:t>
            </a:r>
            <a:r>
              <a:rPr lang="en-US" sz="700" spc="50" baseline="0">
                <a:solidFill>
                  <a:schemeClr val="accent6">
                    <a:lumMod val="40000"/>
                    <a:lumOff val="60000"/>
                  </a:schemeClr>
                </a:solidFill>
              </a:rPr>
              <a:t>CONFIDENTIAL</a:t>
            </a:r>
          </a:p>
        </p:txBody>
      </p:sp>
      <p:pic>
        <p:nvPicPr>
          <p:cNvPr id="10" name="Picture 9" descr="A black and grey letter on a black background&#10;&#10;Description automatically generated">
            <a:extLst>
              <a:ext uri="{FF2B5EF4-FFF2-40B4-BE49-F238E27FC236}">
                <a16:creationId xmlns:a16="http://schemas.microsoft.com/office/drawing/2014/main" id="{33A26B33-4ED4-4874-6931-3F5F4DA1D71B}"/>
              </a:ext>
            </a:extLst>
          </p:cNvPr>
          <p:cNvPicPr>
            <a:picLocks noChangeAspect="1"/>
          </p:cNvPicPr>
          <p:nvPr userDrawn="1"/>
        </p:nvPicPr>
        <p:blipFill>
          <a:blip r:embed="rId2"/>
          <a:stretch>
            <a:fillRect/>
          </a:stretch>
        </p:blipFill>
        <p:spPr>
          <a:xfrm>
            <a:off x="265176" y="6510685"/>
            <a:ext cx="749507" cy="91440"/>
          </a:xfrm>
          <a:prstGeom prst="rect">
            <a:avLst/>
          </a:prstGeom>
        </p:spPr>
      </p:pic>
      <p:sp>
        <p:nvSpPr>
          <p:cNvPr id="11" name="Slide Number Placeholder 1">
            <a:extLst>
              <a:ext uri="{FF2B5EF4-FFF2-40B4-BE49-F238E27FC236}">
                <a16:creationId xmlns:a16="http://schemas.microsoft.com/office/drawing/2014/main" id="{7EE9E1CE-2157-6B7A-7F99-2B9781C73140}"/>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Tree>
    <p:extLst>
      <p:ext uri="{BB962C8B-B14F-4D97-AF65-F5344CB8AC3E}">
        <p14:creationId xmlns:p14="http://schemas.microsoft.com/office/powerpoint/2010/main" val="3863438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alf and Half - 1">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CFECF47-97DE-8675-B719-D6BF80BEE487}"/>
              </a:ext>
            </a:extLst>
          </p:cNvPr>
          <p:cNvSpPr/>
          <p:nvPr userDrawn="1"/>
        </p:nvSpPr>
        <p:spPr>
          <a:xfrm>
            <a:off x="-6245" y="0"/>
            <a:ext cx="6102245"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B6206B-8AF3-2827-A7B4-B60C9EDCB285}"/>
              </a:ext>
            </a:extLst>
          </p:cNvPr>
          <p:cNvSpPr>
            <a:spLocks noGrp="1"/>
          </p:cNvSpPr>
          <p:nvPr>
            <p:ph idx="1"/>
          </p:nvPr>
        </p:nvSpPr>
        <p:spPr>
          <a:xfrm>
            <a:off x="6667499" y="535874"/>
            <a:ext cx="4918859" cy="1425775"/>
          </a:xfrm>
          <a:prstGeom prst="rect">
            <a:avLst/>
          </a:prstGeom>
        </p:spPr>
        <p:txBody>
          <a:bodyPr wrap="square" lIns="0" tIns="0" rIns="0" bIns="0">
            <a:spAutoFit/>
          </a:bodyPr>
          <a:lstStyle>
            <a:lvl1pPr>
              <a:lnSpc>
                <a:spcPct val="110000"/>
              </a:lnSpc>
              <a:defRPr sz="1400" b="0" i="0" spc="-20" baseline="0">
                <a:solidFill>
                  <a:schemeClr val="tx2"/>
                </a:solidFill>
                <a:latin typeface="Messina Sans" pitchFamily="2" charset="77"/>
                <a:cs typeface="Messina Sans" pitchFamily="2" charset="77"/>
              </a:defRPr>
            </a:lvl1pPr>
            <a:lvl2pPr>
              <a:lnSpc>
                <a:spcPct val="110000"/>
              </a:lnSpc>
              <a:defRPr sz="1400" b="0" i="0" spc="-20" baseline="0">
                <a:solidFill>
                  <a:schemeClr val="tx2"/>
                </a:solidFill>
                <a:latin typeface="Messina Sans" pitchFamily="2" charset="77"/>
                <a:cs typeface="Messina Sans" pitchFamily="2" charset="77"/>
              </a:defRPr>
            </a:lvl2pPr>
            <a:lvl3pPr>
              <a:lnSpc>
                <a:spcPct val="110000"/>
              </a:lnSpc>
              <a:defRPr sz="1400" b="0" i="0" spc="-20" baseline="0">
                <a:solidFill>
                  <a:schemeClr val="tx2"/>
                </a:solidFill>
                <a:latin typeface="Messina Sans" pitchFamily="2" charset="77"/>
                <a:cs typeface="Messina Sans" pitchFamily="2" charset="77"/>
              </a:defRPr>
            </a:lvl3pPr>
            <a:lvl4pPr>
              <a:lnSpc>
                <a:spcPct val="110000"/>
              </a:lnSpc>
              <a:defRPr sz="1400" b="0" i="0" spc="-20" baseline="0">
                <a:solidFill>
                  <a:schemeClr val="tx2"/>
                </a:solidFill>
                <a:latin typeface="Messina Sans" pitchFamily="2" charset="77"/>
                <a:cs typeface="Messina Sans" pitchFamily="2" charset="77"/>
              </a:defRPr>
            </a:lvl4pPr>
            <a:lvl5pPr>
              <a:lnSpc>
                <a:spcPct val="110000"/>
              </a:lnSpc>
              <a:defRPr sz="1400" b="0" i="0" spc="-20" baseline="0">
                <a:solidFill>
                  <a:schemeClr val="tx2"/>
                </a:solidFill>
                <a:latin typeface="Messina Sans" pitchFamily="2" charset="77"/>
                <a:cs typeface="Messina Sans"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29BE5235-6568-D418-9735-B2422298D1AB}"/>
              </a:ext>
            </a:extLst>
          </p:cNvPr>
          <p:cNvSpPr>
            <a:spLocks noGrp="1"/>
          </p:cNvSpPr>
          <p:nvPr>
            <p:ph type="title"/>
          </p:nvPr>
        </p:nvSpPr>
        <p:spPr>
          <a:xfrm>
            <a:off x="609600" y="461682"/>
            <a:ext cx="4800600" cy="369332"/>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sp>
        <p:nvSpPr>
          <p:cNvPr id="9" name="Text Placeholder 2">
            <a:extLst>
              <a:ext uri="{FF2B5EF4-FFF2-40B4-BE49-F238E27FC236}">
                <a16:creationId xmlns:a16="http://schemas.microsoft.com/office/drawing/2014/main" id="{7EEC76B0-C8E5-5D3B-1D36-34B1FDBDE31B}"/>
              </a:ext>
            </a:extLst>
          </p:cNvPr>
          <p:cNvSpPr txBox="1">
            <a:spLocks/>
          </p:cNvSpPr>
          <p:nvPr userDrawn="1"/>
        </p:nvSpPr>
        <p:spPr>
          <a:xfrm>
            <a:off x="1524000" y="6490418"/>
            <a:ext cx="2319867" cy="123112"/>
          </a:xfrm>
          <a:prstGeom prst="rect">
            <a:avLst/>
          </a:prstGeom>
        </p:spPr>
        <p:txBody>
          <a:bodyPr lIns="0" tIns="0" rIns="0" bIns="0">
            <a:spAutoFit/>
          </a:bodyPr>
          <a:lstStyle>
            <a:lvl1pPr marL="0" indent="0" algn="l" defTabSz="914400" rtl="0" eaLnBrk="1" latinLnBrk="0" hangingPunct="1">
              <a:lnSpc>
                <a:spcPct val="100000"/>
              </a:lnSpc>
              <a:spcBef>
                <a:spcPts val="1000"/>
              </a:spcBef>
              <a:buFont typeface="Arial" panose="020B0604020202020204" pitchFamily="34" charset="0"/>
              <a:buNone/>
              <a:defRPr sz="800" b="0" i="0" kern="120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solidFill>
                  <a:schemeClr val="accent6">
                    <a:lumMod val="40000"/>
                    <a:lumOff val="60000"/>
                  </a:schemeClr>
                </a:solidFill>
              </a:rPr>
              <a:t>© 2025 Accordion     </a:t>
            </a:r>
            <a:r>
              <a:rPr lang="en-US" sz="700" spc="50" baseline="0">
                <a:solidFill>
                  <a:schemeClr val="accent6">
                    <a:lumMod val="40000"/>
                    <a:lumOff val="60000"/>
                  </a:schemeClr>
                </a:solidFill>
              </a:rPr>
              <a:t>CONFIDENTIAL</a:t>
            </a:r>
          </a:p>
        </p:txBody>
      </p:sp>
      <p:pic>
        <p:nvPicPr>
          <p:cNvPr id="10" name="Picture 9" descr="A black and grey letter on a black background&#10;&#10;Description automatically generated">
            <a:extLst>
              <a:ext uri="{FF2B5EF4-FFF2-40B4-BE49-F238E27FC236}">
                <a16:creationId xmlns:a16="http://schemas.microsoft.com/office/drawing/2014/main" id="{33A26B33-4ED4-4874-6931-3F5F4DA1D71B}"/>
              </a:ext>
            </a:extLst>
          </p:cNvPr>
          <p:cNvPicPr>
            <a:picLocks noChangeAspect="1"/>
          </p:cNvPicPr>
          <p:nvPr userDrawn="1"/>
        </p:nvPicPr>
        <p:blipFill>
          <a:blip r:embed="rId2"/>
          <a:stretch>
            <a:fillRect/>
          </a:stretch>
        </p:blipFill>
        <p:spPr>
          <a:xfrm>
            <a:off x="265176" y="6510685"/>
            <a:ext cx="749507" cy="91440"/>
          </a:xfrm>
          <a:prstGeom prst="rect">
            <a:avLst/>
          </a:prstGeom>
        </p:spPr>
      </p:pic>
      <p:sp>
        <p:nvSpPr>
          <p:cNvPr id="11" name="Slide Number Placeholder 1">
            <a:extLst>
              <a:ext uri="{FF2B5EF4-FFF2-40B4-BE49-F238E27FC236}">
                <a16:creationId xmlns:a16="http://schemas.microsoft.com/office/drawing/2014/main" id="{7EE9E1CE-2157-6B7A-7F99-2B9781C73140}"/>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2" name="Text Placeholder 2">
            <a:extLst>
              <a:ext uri="{FF2B5EF4-FFF2-40B4-BE49-F238E27FC236}">
                <a16:creationId xmlns:a16="http://schemas.microsoft.com/office/drawing/2014/main" id="{43E32DF7-6434-0A74-9475-CD3916BCEBF5}"/>
              </a:ext>
            </a:extLst>
          </p:cNvPr>
          <p:cNvSpPr>
            <a:spLocks noGrp="1"/>
          </p:cNvSpPr>
          <p:nvPr>
            <p:ph type="body" idx="13"/>
          </p:nvPr>
        </p:nvSpPr>
        <p:spPr>
          <a:xfrm>
            <a:off x="609601" y="929428"/>
            <a:ext cx="4800600" cy="221343"/>
          </a:xfrm>
          <a:prstGeom prst="rect">
            <a:avLst/>
          </a:prstGeom>
        </p:spPr>
        <p:txBody>
          <a:bodyPr wrap="square" lIns="0" tIns="0" rIns="0" bIns="0" anchor="t">
            <a:spAutoFit/>
          </a:bodyPr>
          <a:lstStyle>
            <a:lvl1pPr marL="0" indent="0">
              <a:lnSpc>
                <a:spcPct val="110000"/>
              </a:lnSpc>
              <a:buNone/>
              <a:defRPr sz="1400" b="0" i="0" spc="-20" baseline="0">
                <a:solidFill>
                  <a:schemeClr val="tx2"/>
                </a:solidFill>
                <a:latin typeface="Messina Sans" pitchFamily="2" charset="77"/>
                <a:cs typeface="Messina Sa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4273586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and Half -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CFECF47-97DE-8675-B719-D6BF80BEE487}"/>
              </a:ext>
            </a:extLst>
          </p:cNvPr>
          <p:cNvSpPr/>
          <p:nvPr userDrawn="1"/>
        </p:nvSpPr>
        <p:spPr>
          <a:xfrm>
            <a:off x="6096000" y="0"/>
            <a:ext cx="6102245"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B6206B-8AF3-2827-A7B4-B60C9EDCB285}"/>
              </a:ext>
            </a:extLst>
          </p:cNvPr>
          <p:cNvSpPr>
            <a:spLocks noGrp="1"/>
          </p:cNvSpPr>
          <p:nvPr>
            <p:ph idx="1"/>
          </p:nvPr>
        </p:nvSpPr>
        <p:spPr>
          <a:xfrm>
            <a:off x="6667499" y="535874"/>
            <a:ext cx="4918859" cy="1425775"/>
          </a:xfrm>
          <a:prstGeom prst="rect">
            <a:avLst/>
          </a:prstGeom>
        </p:spPr>
        <p:txBody>
          <a:bodyPr wrap="square" lIns="0" tIns="0" rIns="0" bIns="0">
            <a:spAutoFit/>
          </a:bodyPr>
          <a:lstStyle>
            <a:lvl1pPr>
              <a:lnSpc>
                <a:spcPct val="110000"/>
              </a:lnSpc>
              <a:defRPr sz="1400" b="0" i="0" spc="-20" baseline="0">
                <a:solidFill>
                  <a:schemeClr val="tx2"/>
                </a:solidFill>
                <a:latin typeface="Messina Sans" pitchFamily="2" charset="77"/>
                <a:cs typeface="Messina Sans" pitchFamily="2" charset="77"/>
              </a:defRPr>
            </a:lvl1pPr>
            <a:lvl2pPr>
              <a:lnSpc>
                <a:spcPct val="110000"/>
              </a:lnSpc>
              <a:defRPr sz="1400" b="0" i="0" spc="-20" baseline="0">
                <a:solidFill>
                  <a:schemeClr val="tx2"/>
                </a:solidFill>
                <a:latin typeface="Messina Sans" pitchFamily="2" charset="77"/>
                <a:cs typeface="Messina Sans" pitchFamily="2" charset="77"/>
              </a:defRPr>
            </a:lvl2pPr>
            <a:lvl3pPr>
              <a:lnSpc>
                <a:spcPct val="110000"/>
              </a:lnSpc>
              <a:defRPr sz="1400" b="0" i="0" spc="-20" baseline="0">
                <a:solidFill>
                  <a:schemeClr val="tx2"/>
                </a:solidFill>
                <a:latin typeface="Messina Sans" pitchFamily="2" charset="77"/>
                <a:cs typeface="Messina Sans" pitchFamily="2" charset="77"/>
              </a:defRPr>
            </a:lvl3pPr>
            <a:lvl4pPr>
              <a:lnSpc>
                <a:spcPct val="110000"/>
              </a:lnSpc>
              <a:defRPr sz="1400" b="0" i="0" spc="-20" baseline="0">
                <a:solidFill>
                  <a:schemeClr val="tx2"/>
                </a:solidFill>
                <a:latin typeface="Messina Sans" pitchFamily="2" charset="77"/>
                <a:cs typeface="Messina Sans" pitchFamily="2" charset="77"/>
              </a:defRPr>
            </a:lvl4pPr>
            <a:lvl5pPr>
              <a:lnSpc>
                <a:spcPct val="110000"/>
              </a:lnSpc>
              <a:defRPr sz="1400" b="0" i="0" spc="-20" baseline="0">
                <a:solidFill>
                  <a:schemeClr val="tx2"/>
                </a:solidFill>
                <a:latin typeface="Messina Sans" pitchFamily="2" charset="77"/>
                <a:cs typeface="Messina Sans"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29BE5235-6568-D418-9735-B2422298D1AB}"/>
              </a:ext>
            </a:extLst>
          </p:cNvPr>
          <p:cNvSpPr>
            <a:spLocks noGrp="1"/>
          </p:cNvSpPr>
          <p:nvPr>
            <p:ph type="title"/>
          </p:nvPr>
        </p:nvSpPr>
        <p:spPr>
          <a:xfrm>
            <a:off x="609600" y="461682"/>
            <a:ext cx="4800600" cy="369332"/>
          </a:xfrm>
          <a:prstGeom prst="rect">
            <a:avLst/>
          </a:prstGeom>
        </p:spPr>
        <p:txBody>
          <a:bodyPr wrap="square" lIns="0" tIns="0" rIns="0" bIns="0">
            <a:spAutoFit/>
          </a:bodyPr>
          <a:lstStyle>
            <a:lvl1pPr>
              <a:lnSpc>
                <a:spcPct val="100000"/>
              </a:lnSpc>
              <a:defRPr sz="2400" b="1" i="0" spc="-20" baseline="0">
                <a:latin typeface="Messina Sans" pitchFamily="2" charset="77"/>
                <a:cs typeface="Messina Sans" pitchFamily="2" charset="77"/>
              </a:defRPr>
            </a:lvl1pPr>
          </a:lstStyle>
          <a:p>
            <a:r>
              <a:rPr lang="en-US"/>
              <a:t>Click to edit Master title style</a:t>
            </a:r>
          </a:p>
        </p:txBody>
      </p:sp>
      <p:pic>
        <p:nvPicPr>
          <p:cNvPr id="10" name="Picture 9" descr="A black and grey letter on a black background&#10;&#10;Description automatically generated">
            <a:extLst>
              <a:ext uri="{FF2B5EF4-FFF2-40B4-BE49-F238E27FC236}">
                <a16:creationId xmlns:a16="http://schemas.microsoft.com/office/drawing/2014/main" id="{33A26B33-4ED4-4874-6931-3F5F4DA1D71B}"/>
              </a:ext>
            </a:extLst>
          </p:cNvPr>
          <p:cNvPicPr>
            <a:picLocks noChangeAspect="1"/>
          </p:cNvPicPr>
          <p:nvPr userDrawn="1"/>
        </p:nvPicPr>
        <p:blipFill>
          <a:blip r:embed="rId2"/>
          <a:stretch>
            <a:fillRect/>
          </a:stretch>
        </p:blipFill>
        <p:spPr>
          <a:xfrm>
            <a:off x="265176" y="6510685"/>
            <a:ext cx="749507" cy="91440"/>
          </a:xfrm>
          <a:prstGeom prst="rect">
            <a:avLst/>
          </a:prstGeom>
        </p:spPr>
      </p:pic>
      <p:sp>
        <p:nvSpPr>
          <p:cNvPr id="11" name="Slide Number Placeholder 1">
            <a:extLst>
              <a:ext uri="{FF2B5EF4-FFF2-40B4-BE49-F238E27FC236}">
                <a16:creationId xmlns:a16="http://schemas.microsoft.com/office/drawing/2014/main" id="{7EE9E1CE-2157-6B7A-7F99-2B9781C73140}"/>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2" name="Text Placeholder 2">
            <a:extLst>
              <a:ext uri="{FF2B5EF4-FFF2-40B4-BE49-F238E27FC236}">
                <a16:creationId xmlns:a16="http://schemas.microsoft.com/office/drawing/2014/main" id="{43E32DF7-6434-0A74-9475-CD3916BCEBF5}"/>
              </a:ext>
            </a:extLst>
          </p:cNvPr>
          <p:cNvSpPr>
            <a:spLocks noGrp="1"/>
          </p:cNvSpPr>
          <p:nvPr>
            <p:ph type="body" idx="13"/>
          </p:nvPr>
        </p:nvSpPr>
        <p:spPr>
          <a:xfrm>
            <a:off x="609601" y="929428"/>
            <a:ext cx="4800600" cy="221343"/>
          </a:xfrm>
          <a:prstGeom prst="rect">
            <a:avLst/>
          </a:prstGeom>
        </p:spPr>
        <p:txBody>
          <a:bodyPr wrap="square" lIns="0" tIns="0" rIns="0" bIns="0" anchor="t">
            <a:spAutoFit/>
          </a:bodyPr>
          <a:lstStyle>
            <a:lvl1pPr marL="0" indent="0">
              <a:lnSpc>
                <a:spcPct val="110000"/>
              </a:lnSpc>
              <a:buNone/>
              <a:defRPr sz="1400" b="0" i="0" spc="-20" baseline="0">
                <a:solidFill>
                  <a:schemeClr val="tx2"/>
                </a:solidFill>
                <a:latin typeface="Messina Sans" pitchFamily="2" charset="77"/>
                <a:cs typeface="Messina Sa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3406525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 Divider">
    <p:bg>
      <p:bgPr>
        <a:solidFill>
          <a:schemeClr val="tx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37D60840-3142-CB32-93D1-BEC3FAF4722C}"/>
              </a:ext>
            </a:extLst>
          </p:cNvPr>
          <p:cNvSpPr>
            <a:spLocks noGrp="1"/>
          </p:cNvSpPr>
          <p:nvPr>
            <p:ph type="title" hasCustomPrompt="1"/>
          </p:nvPr>
        </p:nvSpPr>
        <p:spPr>
          <a:xfrm>
            <a:off x="609600" y="1600200"/>
            <a:ext cx="10972800" cy="830997"/>
          </a:xfrm>
          <a:prstGeom prst="rect">
            <a:avLst/>
          </a:prstGeom>
        </p:spPr>
        <p:txBody>
          <a:bodyPr lIns="0" tIns="0" rIns="0" bIns="0" anchor="b">
            <a:normAutofit/>
          </a:bodyPr>
          <a:lstStyle>
            <a:lvl1pPr>
              <a:lnSpc>
                <a:spcPct val="90000"/>
              </a:lnSpc>
              <a:defRPr sz="6000" b="1" i="0" spc="-120" baseline="0">
                <a:solidFill>
                  <a:schemeClr val="bg1"/>
                </a:solidFill>
                <a:latin typeface="Messina Sans" pitchFamily="2" charset="77"/>
                <a:cs typeface="Messina Sans" pitchFamily="2" charset="77"/>
              </a:defRPr>
            </a:lvl1pPr>
          </a:lstStyle>
          <a:p>
            <a:r>
              <a:rPr lang="en-US"/>
              <a:t>Appendix</a:t>
            </a:r>
          </a:p>
        </p:txBody>
      </p:sp>
      <p:sp>
        <p:nvSpPr>
          <p:cNvPr id="20" name="Text Placeholder 2">
            <a:extLst>
              <a:ext uri="{FF2B5EF4-FFF2-40B4-BE49-F238E27FC236}">
                <a16:creationId xmlns:a16="http://schemas.microsoft.com/office/drawing/2014/main" id="{FA523CB8-C7D5-3403-D5D8-0BE1E84D41A2}"/>
              </a:ext>
            </a:extLst>
          </p:cNvPr>
          <p:cNvSpPr>
            <a:spLocks noGrp="1"/>
          </p:cNvSpPr>
          <p:nvPr>
            <p:ph type="body" idx="1" hasCustomPrompt="1"/>
          </p:nvPr>
        </p:nvSpPr>
        <p:spPr>
          <a:xfrm>
            <a:off x="1524000" y="2920113"/>
            <a:ext cx="4572000" cy="203582"/>
          </a:xfrm>
          <a:prstGeom prst="rect">
            <a:avLst/>
          </a:prstGeom>
        </p:spPr>
        <p:txBody>
          <a:bodyPr wrap="square" lIns="0" tIns="0" rIns="0" bIns="0">
            <a:spAutoFit/>
          </a:bodyPr>
          <a:lstStyle>
            <a:lvl1pPr marL="0" indent="0">
              <a:lnSpc>
                <a:spcPct val="120000"/>
              </a:lnSpc>
              <a:buNone/>
              <a:defRPr sz="1200" b="0" i="0" spc="-20" baseline="0">
                <a:solidFill>
                  <a:schemeClr val="accent6">
                    <a:lumMod val="20000"/>
                    <a:lumOff val="80000"/>
                  </a:schemeClr>
                </a:solidFill>
                <a:latin typeface="Messina Sans" pitchFamily="2" charset="77"/>
                <a:cs typeface="Messina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description</a:t>
            </a:r>
          </a:p>
        </p:txBody>
      </p:sp>
      <p:pic>
        <p:nvPicPr>
          <p:cNvPr id="21" name="Picture 20">
            <a:extLst>
              <a:ext uri="{FF2B5EF4-FFF2-40B4-BE49-F238E27FC236}">
                <a16:creationId xmlns:a16="http://schemas.microsoft.com/office/drawing/2014/main" id="{A178F513-22D1-1C9C-AC65-CF8005AAA331}"/>
              </a:ext>
            </a:extLst>
          </p:cNvPr>
          <p:cNvPicPr>
            <a:picLocks noChangeAspect="1"/>
          </p:cNvPicPr>
          <p:nvPr userDrawn="1"/>
        </p:nvPicPr>
        <p:blipFill>
          <a:blip r:embed="rId2"/>
          <a:srcRect/>
          <a:stretch/>
        </p:blipFill>
        <p:spPr>
          <a:xfrm>
            <a:off x="265176" y="6510685"/>
            <a:ext cx="749507" cy="91439"/>
          </a:xfrm>
          <a:prstGeom prst="rect">
            <a:avLst/>
          </a:prstGeom>
        </p:spPr>
      </p:pic>
      <p:sp>
        <p:nvSpPr>
          <p:cNvPr id="3" name="Slide Number Placeholder 1">
            <a:extLst>
              <a:ext uri="{FF2B5EF4-FFF2-40B4-BE49-F238E27FC236}">
                <a16:creationId xmlns:a16="http://schemas.microsoft.com/office/drawing/2014/main" id="{D483F8DD-966C-7D95-B95C-A76C44C7838B}"/>
              </a:ext>
            </a:extLst>
          </p:cNvPr>
          <p:cNvSpPr>
            <a:spLocks noGrp="1"/>
          </p:cNvSpPr>
          <p:nvPr>
            <p:ph type="sldNum" sz="quarter" idx="4"/>
          </p:nvPr>
        </p:nvSpPr>
        <p:spPr>
          <a:xfrm>
            <a:off x="10671048" y="6481757"/>
            <a:ext cx="1298448" cy="138499"/>
          </a:xfrm>
          <a:prstGeom prst="rect">
            <a:avLst/>
          </a:prstGeom>
        </p:spPr>
        <p:txBody>
          <a:bodyPr vert="horz" lIns="0" tIns="0" rIns="0" bIns="0" rtlCol="0" anchor="b">
            <a:spAutoFit/>
          </a:bodyPr>
          <a:lstStyle>
            <a:lvl1pPr algn="r">
              <a:defRPr sz="900" b="1" i="0">
                <a:solidFill>
                  <a:schemeClr val="bg1"/>
                </a:solidFill>
                <a:latin typeface="Messina Sans" pitchFamily="2" charset="77"/>
                <a:cs typeface="Messina Sans" pitchFamily="2" charset="77"/>
              </a:defRPr>
            </a:lvl1pPr>
          </a:lstStyle>
          <a:p>
            <a:fld id="{07A38AFC-035F-5C43-87B1-75BBD75E799E}" type="slidenum">
              <a:rPr lang="en-US" smtClean="0"/>
              <a:pPr/>
              <a:t>‹#›</a:t>
            </a:fld>
            <a:endParaRPr lang="en-US"/>
          </a:p>
        </p:txBody>
      </p:sp>
      <p:cxnSp>
        <p:nvCxnSpPr>
          <p:cNvPr id="6" name="Straight Connector 5">
            <a:extLst>
              <a:ext uri="{FF2B5EF4-FFF2-40B4-BE49-F238E27FC236}">
                <a16:creationId xmlns:a16="http://schemas.microsoft.com/office/drawing/2014/main" id="{4B04A073-541F-5421-C22F-FE0EDD541455}"/>
              </a:ext>
            </a:extLst>
          </p:cNvPr>
          <p:cNvCxnSpPr>
            <a:cxnSpLocks/>
          </p:cNvCxnSpPr>
          <p:nvPr userDrawn="1"/>
        </p:nvCxnSpPr>
        <p:spPr>
          <a:xfrm flipH="1">
            <a:off x="609600" y="2509024"/>
            <a:ext cx="5486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94467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Subsection">
    <p:bg>
      <p:bgPr>
        <a:solidFill>
          <a:schemeClr val="tx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37D60840-3142-CB32-93D1-BEC3FAF4722C}"/>
              </a:ext>
            </a:extLst>
          </p:cNvPr>
          <p:cNvSpPr>
            <a:spLocks noGrp="1"/>
          </p:cNvSpPr>
          <p:nvPr>
            <p:ph type="title" hasCustomPrompt="1"/>
          </p:nvPr>
        </p:nvSpPr>
        <p:spPr>
          <a:xfrm>
            <a:off x="609600" y="1600200"/>
            <a:ext cx="10972800" cy="830997"/>
          </a:xfrm>
          <a:prstGeom prst="rect">
            <a:avLst/>
          </a:prstGeom>
        </p:spPr>
        <p:txBody>
          <a:bodyPr lIns="0" tIns="0" rIns="0" bIns="0" anchor="b">
            <a:normAutofit/>
          </a:bodyPr>
          <a:lstStyle>
            <a:lvl1pPr>
              <a:lnSpc>
                <a:spcPct val="90000"/>
              </a:lnSpc>
              <a:defRPr sz="6000" b="1" i="0" spc="-120" baseline="0">
                <a:solidFill>
                  <a:schemeClr val="bg1"/>
                </a:solidFill>
                <a:latin typeface="Messina Sans" pitchFamily="2" charset="77"/>
                <a:cs typeface="Messina Sans" pitchFamily="2" charset="77"/>
              </a:defRPr>
            </a:lvl1pPr>
          </a:lstStyle>
          <a:p>
            <a:r>
              <a:rPr lang="en-US"/>
              <a:t>Click to edit appendix title</a:t>
            </a:r>
          </a:p>
        </p:txBody>
      </p:sp>
      <p:sp>
        <p:nvSpPr>
          <p:cNvPr id="20" name="Text Placeholder 2">
            <a:extLst>
              <a:ext uri="{FF2B5EF4-FFF2-40B4-BE49-F238E27FC236}">
                <a16:creationId xmlns:a16="http://schemas.microsoft.com/office/drawing/2014/main" id="{FA523CB8-C7D5-3403-D5D8-0BE1E84D41A2}"/>
              </a:ext>
            </a:extLst>
          </p:cNvPr>
          <p:cNvSpPr>
            <a:spLocks noGrp="1"/>
          </p:cNvSpPr>
          <p:nvPr>
            <p:ph type="body" idx="1" hasCustomPrompt="1"/>
          </p:nvPr>
        </p:nvSpPr>
        <p:spPr>
          <a:xfrm>
            <a:off x="1524000" y="2920113"/>
            <a:ext cx="4572000" cy="203582"/>
          </a:xfrm>
          <a:prstGeom prst="rect">
            <a:avLst/>
          </a:prstGeom>
        </p:spPr>
        <p:txBody>
          <a:bodyPr wrap="square" lIns="0" tIns="0" rIns="0" bIns="0">
            <a:spAutoFit/>
          </a:bodyPr>
          <a:lstStyle>
            <a:lvl1pPr marL="0" indent="0">
              <a:lnSpc>
                <a:spcPct val="120000"/>
              </a:lnSpc>
              <a:buNone/>
              <a:defRPr sz="1200" b="0" i="0" spc="-20" baseline="0">
                <a:solidFill>
                  <a:schemeClr val="accent6">
                    <a:lumMod val="20000"/>
                    <a:lumOff val="80000"/>
                  </a:schemeClr>
                </a:solidFill>
                <a:latin typeface="Messina Sans" pitchFamily="2" charset="77"/>
                <a:cs typeface="Messina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section description</a:t>
            </a:r>
          </a:p>
        </p:txBody>
      </p:sp>
      <p:pic>
        <p:nvPicPr>
          <p:cNvPr id="21" name="Picture 20">
            <a:extLst>
              <a:ext uri="{FF2B5EF4-FFF2-40B4-BE49-F238E27FC236}">
                <a16:creationId xmlns:a16="http://schemas.microsoft.com/office/drawing/2014/main" id="{A178F513-22D1-1C9C-AC65-CF8005AAA331}"/>
              </a:ext>
            </a:extLst>
          </p:cNvPr>
          <p:cNvPicPr>
            <a:picLocks noChangeAspect="1"/>
          </p:cNvPicPr>
          <p:nvPr userDrawn="1"/>
        </p:nvPicPr>
        <p:blipFill>
          <a:blip r:embed="rId2"/>
          <a:srcRect/>
          <a:stretch/>
        </p:blipFill>
        <p:spPr>
          <a:xfrm>
            <a:off x="265176" y="6510685"/>
            <a:ext cx="749507" cy="91439"/>
          </a:xfrm>
          <a:prstGeom prst="rect">
            <a:avLst/>
          </a:prstGeom>
        </p:spPr>
      </p:pic>
      <p:sp>
        <p:nvSpPr>
          <p:cNvPr id="3" name="Slide Number Placeholder 1">
            <a:extLst>
              <a:ext uri="{FF2B5EF4-FFF2-40B4-BE49-F238E27FC236}">
                <a16:creationId xmlns:a16="http://schemas.microsoft.com/office/drawing/2014/main" id="{D483F8DD-966C-7D95-B95C-A76C44C7838B}"/>
              </a:ext>
            </a:extLst>
          </p:cNvPr>
          <p:cNvSpPr>
            <a:spLocks noGrp="1"/>
          </p:cNvSpPr>
          <p:nvPr>
            <p:ph type="sldNum" sz="quarter" idx="4"/>
          </p:nvPr>
        </p:nvSpPr>
        <p:spPr>
          <a:xfrm>
            <a:off x="10671048" y="6481757"/>
            <a:ext cx="1298448" cy="138499"/>
          </a:xfrm>
          <a:prstGeom prst="rect">
            <a:avLst/>
          </a:prstGeom>
        </p:spPr>
        <p:txBody>
          <a:bodyPr vert="horz" lIns="0" tIns="0" rIns="0" bIns="0" rtlCol="0" anchor="b">
            <a:spAutoFit/>
          </a:bodyPr>
          <a:lstStyle>
            <a:lvl1pPr algn="r">
              <a:defRPr sz="900" b="1" i="0">
                <a:solidFill>
                  <a:schemeClr val="bg1"/>
                </a:solidFill>
                <a:latin typeface="Messina Sans" pitchFamily="2" charset="77"/>
                <a:cs typeface="Messina Sans" pitchFamily="2" charset="77"/>
              </a:defRPr>
            </a:lvl1pPr>
          </a:lstStyle>
          <a:p>
            <a:fld id="{07A38AFC-035F-5C43-87B1-75BBD75E799E}" type="slidenum">
              <a:rPr lang="en-US" smtClean="0"/>
              <a:pPr/>
              <a:t>‹#›</a:t>
            </a:fld>
            <a:endParaRPr lang="en-US"/>
          </a:p>
        </p:txBody>
      </p:sp>
      <p:cxnSp>
        <p:nvCxnSpPr>
          <p:cNvPr id="6" name="Straight Connector 5">
            <a:extLst>
              <a:ext uri="{FF2B5EF4-FFF2-40B4-BE49-F238E27FC236}">
                <a16:creationId xmlns:a16="http://schemas.microsoft.com/office/drawing/2014/main" id="{4B04A073-541F-5421-C22F-FE0EDD541455}"/>
              </a:ext>
            </a:extLst>
          </p:cNvPr>
          <p:cNvCxnSpPr>
            <a:cxnSpLocks/>
          </p:cNvCxnSpPr>
          <p:nvPr userDrawn="1"/>
        </p:nvCxnSpPr>
        <p:spPr>
          <a:xfrm flipH="1">
            <a:off x="609600" y="2509024"/>
            <a:ext cx="54864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2D38554-9C39-BBB9-EE5A-61CE398ECEA6}"/>
              </a:ext>
            </a:extLst>
          </p:cNvPr>
          <p:cNvSpPr txBox="1">
            <a:spLocks/>
          </p:cNvSpPr>
          <p:nvPr userDrawn="1"/>
        </p:nvSpPr>
        <p:spPr>
          <a:xfrm>
            <a:off x="609600" y="685800"/>
            <a:ext cx="10972800" cy="830997"/>
          </a:xfrm>
          <a:prstGeom prst="rect">
            <a:avLst/>
          </a:prstGeom>
        </p:spPr>
        <p:txBody>
          <a:bodyPr lIns="0" tIns="0" rIns="0" bIns="0" anchor="t">
            <a:normAutofit/>
          </a:bodyPr>
          <a:lstStyle>
            <a:lvl1pPr algn="l" defTabSz="914400" rtl="0" eaLnBrk="1" latinLnBrk="0" hangingPunct="1">
              <a:lnSpc>
                <a:spcPct val="90000"/>
              </a:lnSpc>
              <a:spcBef>
                <a:spcPct val="0"/>
              </a:spcBef>
              <a:buNone/>
              <a:defRPr sz="6000" b="1" i="0" kern="1200" spc="-120" baseline="0">
                <a:solidFill>
                  <a:schemeClr val="bg1"/>
                </a:solidFill>
                <a:latin typeface="Messina Sans" pitchFamily="2" charset="77"/>
                <a:ea typeface="+mj-ea"/>
                <a:cs typeface="Messina Sans" pitchFamily="2" charset="77"/>
              </a:defRPr>
            </a:lvl1pPr>
          </a:lstStyle>
          <a:p>
            <a:r>
              <a:rPr lang="en-US" sz="2400" b="0" i="0">
                <a:solidFill>
                  <a:schemeClr val="accent6">
                    <a:lumMod val="40000"/>
                    <a:lumOff val="60000"/>
                  </a:schemeClr>
                </a:solidFill>
                <a:latin typeface="Messina Sans" pitchFamily="2" charset="77"/>
                <a:cs typeface="Messina Sans" pitchFamily="2" charset="77"/>
              </a:rPr>
              <a:t>Appendix</a:t>
            </a:r>
          </a:p>
        </p:txBody>
      </p:sp>
    </p:spTree>
    <p:extLst>
      <p:ext uri="{BB962C8B-B14F-4D97-AF65-F5344CB8AC3E}">
        <p14:creationId xmlns:p14="http://schemas.microsoft.com/office/powerpoint/2010/main" val="23528820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Back Pag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E04ED2C-AFE7-39AD-538F-F2BBD6BDB292}"/>
              </a:ext>
            </a:extLst>
          </p:cNvPr>
          <p:cNvSpPr/>
          <p:nvPr userDrawn="1"/>
        </p:nvSpPr>
        <p:spPr>
          <a:xfrm>
            <a:off x="0" y="6172200"/>
            <a:ext cx="4267200" cy="685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11">
            <a:extLst>
              <a:ext uri="{FF2B5EF4-FFF2-40B4-BE49-F238E27FC236}">
                <a16:creationId xmlns:a16="http://schemas.microsoft.com/office/drawing/2014/main" id="{1DCFFB44-D329-4C7D-52B6-BBF6E343FD6D}"/>
              </a:ext>
            </a:extLst>
          </p:cNvPr>
          <p:cNvPicPr>
            <a:picLocks noChangeAspect="1"/>
          </p:cNvPicPr>
          <p:nvPr userDrawn="1"/>
        </p:nvPicPr>
        <p:blipFill>
          <a:blip r:embed="rId2"/>
          <a:srcRect/>
          <a:stretch/>
        </p:blipFill>
        <p:spPr>
          <a:xfrm>
            <a:off x="609601" y="1599741"/>
            <a:ext cx="1832580" cy="223573"/>
          </a:xfrm>
          <a:prstGeom prst="rect">
            <a:avLst/>
          </a:prstGeom>
        </p:spPr>
      </p:pic>
      <p:sp>
        <p:nvSpPr>
          <p:cNvPr id="6" name="Title 16">
            <a:extLst>
              <a:ext uri="{FF2B5EF4-FFF2-40B4-BE49-F238E27FC236}">
                <a16:creationId xmlns:a16="http://schemas.microsoft.com/office/drawing/2014/main" id="{E648DCB9-6727-F360-0730-A97AB765B7F9}"/>
              </a:ext>
            </a:extLst>
          </p:cNvPr>
          <p:cNvSpPr>
            <a:spLocks noGrp="1"/>
          </p:cNvSpPr>
          <p:nvPr>
            <p:ph type="title" hasCustomPrompt="1"/>
          </p:nvPr>
        </p:nvSpPr>
        <p:spPr>
          <a:xfrm>
            <a:off x="3352800" y="1502033"/>
            <a:ext cx="7315200" cy="830997"/>
          </a:xfrm>
          <a:prstGeom prst="rect">
            <a:avLst/>
          </a:prstGeom>
        </p:spPr>
        <p:txBody>
          <a:bodyPr wrap="square" lIns="0" tIns="0" rIns="0" bIns="0">
            <a:spAutoFit/>
          </a:bodyPr>
          <a:lstStyle>
            <a:lvl1pPr>
              <a:defRPr sz="6000" b="1" i="0" spc="-120" baseline="0">
                <a:solidFill>
                  <a:schemeClr val="bg1"/>
                </a:solidFill>
                <a:latin typeface="Messina Sans" pitchFamily="2" charset="77"/>
                <a:cs typeface="Messina Sans" pitchFamily="2" charset="77"/>
              </a:defRPr>
            </a:lvl1pPr>
          </a:lstStyle>
          <a:p>
            <a:r>
              <a:rPr lang="en-US"/>
              <a:t>Click to edit.</a:t>
            </a:r>
          </a:p>
        </p:txBody>
      </p:sp>
      <p:sp>
        <p:nvSpPr>
          <p:cNvPr id="8" name="Text Placeholder 7">
            <a:extLst>
              <a:ext uri="{FF2B5EF4-FFF2-40B4-BE49-F238E27FC236}">
                <a16:creationId xmlns:a16="http://schemas.microsoft.com/office/drawing/2014/main" id="{CFA34BDC-CE0A-0D08-237A-6203C9AF8293}"/>
              </a:ext>
            </a:extLst>
          </p:cNvPr>
          <p:cNvSpPr>
            <a:spLocks noGrp="1"/>
          </p:cNvSpPr>
          <p:nvPr>
            <p:ph type="body" sz="quarter" idx="10" hasCustomPrompt="1"/>
          </p:nvPr>
        </p:nvSpPr>
        <p:spPr>
          <a:xfrm>
            <a:off x="3352800" y="2514600"/>
            <a:ext cx="3619500" cy="533400"/>
          </a:xfrm>
          <a:prstGeom prst="rect">
            <a:avLst/>
          </a:prstGeom>
        </p:spPr>
        <p:txBody>
          <a:bodyPr lIns="0" tIns="0" rIns="0" bIns="0"/>
          <a:lstStyle>
            <a:lvl1pPr marL="0" indent="0">
              <a:lnSpc>
                <a:spcPct val="120000"/>
              </a:lnSpc>
              <a:buNone/>
              <a:defRPr sz="1400" spc="-20" baseline="0">
                <a:solidFill>
                  <a:schemeClr val="accent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Click to add contact message or CTA</a:t>
            </a:r>
          </a:p>
        </p:txBody>
      </p:sp>
    </p:spTree>
    <p:extLst>
      <p:ext uri="{BB962C8B-B14F-4D97-AF65-F5344CB8AC3E}">
        <p14:creationId xmlns:p14="http://schemas.microsoft.com/office/powerpoint/2010/main" val="896383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CF40A4-0483-C88B-66EF-EF224615C467}"/>
              </a:ext>
            </a:extLst>
          </p:cNvPr>
          <p:cNvSpPr>
            <a:spLocks noGrp="1"/>
          </p:cNvSpPr>
          <p:nvPr>
            <p:ph type="sldNum" sz="quarter" idx="4"/>
          </p:nvPr>
        </p:nvSpPr>
        <p:spPr>
          <a:xfrm>
            <a:off x="10671048" y="6473952"/>
            <a:ext cx="1298448" cy="146304"/>
          </a:xfrm>
          <a:prstGeom prst="rect">
            <a:avLst/>
          </a:prstGeom>
        </p:spPr>
        <p:txBody>
          <a:bodyPr vert="horz" lIns="0" tIns="0" rIns="0" bIns="0" rtlCol="0" anchor="b">
            <a:spAutoFit/>
          </a:bodyPr>
          <a:lstStyle>
            <a:lvl1pPr algn="r">
              <a:defRPr sz="900" b="1" i="0">
                <a:solidFill>
                  <a:schemeClr val="tx1"/>
                </a:solidFill>
                <a:latin typeface="Messina Sans" pitchFamily="2" charset="77"/>
                <a:cs typeface="Messina Sans" pitchFamily="2" charset="77"/>
              </a:defRPr>
            </a:lvl1pPr>
          </a:lstStyle>
          <a:p>
            <a:fld id="{07A38AFC-035F-5C43-87B1-75BBD75E799E}" type="slidenum">
              <a:rPr lang="en-US" smtClean="0"/>
              <a:pPr/>
              <a:t>‹#›</a:t>
            </a:fld>
            <a:endParaRPr lang="en-US"/>
          </a:p>
        </p:txBody>
      </p:sp>
      <p:sp>
        <p:nvSpPr>
          <p:cNvPr id="6" name="Text Placeholder 2">
            <a:extLst>
              <a:ext uri="{FF2B5EF4-FFF2-40B4-BE49-F238E27FC236}">
                <a16:creationId xmlns:a16="http://schemas.microsoft.com/office/drawing/2014/main" id="{50C48312-4AB9-D493-40DF-7C80FCCD95B6}"/>
              </a:ext>
            </a:extLst>
          </p:cNvPr>
          <p:cNvSpPr txBox="1">
            <a:spLocks/>
          </p:cNvSpPr>
          <p:nvPr userDrawn="1"/>
        </p:nvSpPr>
        <p:spPr>
          <a:xfrm>
            <a:off x="1524000" y="6490418"/>
            <a:ext cx="2319867" cy="123112"/>
          </a:xfrm>
          <a:prstGeom prst="rect">
            <a:avLst/>
          </a:prstGeom>
        </p:spPr>
        <p:txBody>
          <a:bodyPr lIns="0" tIns="0" rIns="0" bIns="0">
            <a:spAutoFit/>
          </a:bodyPr>
          <a:lstStyle>
            <a:lvl1pPr marL="0" indent="0" algn="l" defTabSz="914400" rtl="0" eaLnBrk="1" latinLnBrk="0" hangingPunct="1">
              <a:lnSpc>
                <a:spcPct val="100000"/>
              </a:lnSpc>
              <a:spcBef>
                <a:spcPts val="1000"/>
              </a:spcBef>
              <a:buFont typeface="Arial" panose="020B0604020202020204" pitchFamily="34" charset="0"/>
              <a:buNone/>
              <a:defRPr sz="800" b="0" i="0" kern="120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solidFill>
                  <a:schemeClr val="accent6">
                    <a:lumMod val="40000"/>
                    <a:lumOff val="60000"/>
                  </a:schemeClr>
                </a:solidFill>
              </a:rPr>
              <a:t>© 2025 Accordion     </a:t>
            </a:r>
            <a:r>
              <a:rPr lang="en-US" sz="700" spc="50" baseline="0">
                <a:solidFill>
                  <a:schemeClr val="accent6">
                    <a:lumMod val="40000"/>
                    <a:lumOff val="60000"/>
                  </a:schemeClr>
                </a:solidFill>
              </a:rPr>
              <a:t>CONFIDENTIAL</a:t>
            </a:r>
          </a:p>
        </p:txBody>
      </p:sp>
      <p:pic>
        <p:nvPicPr>
          <p:cNvPr id="7" name="Picture 6" descr="A black and grey letter on a black background&#10;&#10;Description automatically generated">
            <a:extLst>
              <a:ext uri="{FF2B5EF4-FFF2-40B4-BE49-F238E27FC236}">
                <a16:creationId xmlns:a16="http://schemas.microsoft.com/office/drawing/2014/main" id="{1E2B852D-AA90-C3EB-B308-88EBF3E0D76C}"/>
              </a:ext>
            </a:extLst>
          </p:cNvPr>
          <p:cNvPicPr>
            <a:picLocks noChangeAspect="1"/>
          </p:cNvPicPr>
          <p:nvPr userDrawn="1"/>
        </p:nvPicPr>
        <p:blipFill>
          <a:blip r:embed="rId28"/>
          <a:stretch>
            <a:fillRect/>
          </a:stretch>
        </p:blipFill>
        <p:spPr>
          <a:xfrm>
            <a:off x="265176" y="6510685"/>
            <a:ext cx="749507" cy="91440"/>
          </a:xfrm>
          <a:prstGeom prst="rect">
            <a:avLst/>
          </a:prstGeom>
        </p:spPr>
      </p:pic>
    </p:spTree>
    <p:extLst>
      <p:ext uri="{BB962C8B-B14F-4D97-AF65-F5344CB8AC3E}">
        <p14:creationId xmlns:p14="http://schemas.microsoft.com/office/powerpoint/2010/main" val="554840595"/>
      </p:ext>
    </p:extLst>
  </p:cSld>
  <p:clrMap bg1="lt1" tx1="dk1" bg2="lt2" tx2="dk2" accent1="accent1" accent2="accent2" accent3="accent3" accent4="accent4" accent5="accent5" accent6="accent6" hlink="hlink" folHlink="folHlink"/>
  <p:sldLayoutIdLst>
    <p:sldLayoutId id="2147483680" r:id="rId1"/>
    <p:sldLayoutId id="2147483689" r:id="rId2"/>
    <p:sldLayoutId id="2147483694" r:id="rId3"/>
    <p:sldLayoutId id="2147483690" r:id="rId4"/>
    <p:sldLayoutId id="2147483693" r:id="rId5"/>
    <p:sldLayoutId id="2147483681" r:id="rId6"/>
    <p:sldLayoutId id="2147483651" r:id="rId7"/>
    <p:sldLayoutId id="2147483677" r:id="rId8"/>
    <p:sldLayoutId id="2147483691" r:id="rId9"/>
    <p:sldLayoutId id="2147483692" r:id="rId10"/>
    <p:sldLayoutId id="2147483652" r:id="rId11"/>
    <p:sldLayoutId id="2147483684" r:id="rId12"/>
    <p:sldLayoutId id="2147483649" r:id="rId13"/>
    <p:sldLayoutId id="2147483695" r:id="rId14"/>
    <p:sldLayoutId id="2147483650" r:id="rId15"/>
    <p:sldLayoutId id="2147483658" r:id="rId16"/>
    <p:sldLayoutId id="2147483667" r:id="rId17"/>
    <p:sldLayoutId id="2147483676" r:id="rId18"/>
    <p:sldLayoutId id="2147483664" r:id="rId19"/>
    <p:sldLayoutId id="2147483657" r:id="rId20"/>
    <p:sldLayoutId id="2147483656" r:id="rId21"/>
    <p:sldLayoutId id="2147483687" r:id="rId22"/>
    <p:sldLayoutId id="2147483688" r:id="rId23"/>
    <p:sldLayoutId id="2147483697" r:id="rId24"/>
    <p:sldLayoutId id="2147483696" r:id="rId25"/>
    <p:sldLayoutId id="2147483671" r:id="rId26"/>
  </p:sldLayoutIdLst>
  <p:hf hdr="0" ftr="0" dt="0"/>
  <p:txStyles>
    <p:titleStyle>
      <a:lvl1pPr algn="l" defTabSz="914400" rtl="0" eaLnBrk="1" latinLnBrk="0" hangingPunct="1">
        <a:lnSpc>
          <a:spcPct val="90000"/>
        </a:lnSpc>
        <a:spcBef>
          <a:spcPct val="0"/>
        </a:spcBef>
        <a:buNone/>
        <a:defRPr sz="4400" kern="1200">
          <a:solidFill>
            <a:schemeClr val="tx1"/>
          </a:solidFill>
          <a:latin typeface="Messina Sans Book" pitchFamily="2" charset="77"/>
          <a:ea typeface="+mj-ea"/>
          <a:cs typeface="Messina Sans Book"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essina Sans Book" pitchFamily="2" charset="77"/>
          <a:ea typeface="+mn-ea"/>
          <a:cs typeface="Messina Sans Book"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ssina Sans Book" pitchFamily="2" charset="77"/>
          <a:ea typeface="+mn-ea"/>
          <a:cs typeface="Messina Sans Book"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ssina Sans Book" pitchFamily="2" charset="77"/>
          <a:ea typeface="+mn-ea"/>
          <a:cs typeface="Messina Sans Book"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ssina Sans Book" pitchFamily="2" charset="77"/>
          <a:ea typeface="+mn-ea"/>
          <a:cs typeface="Messina Sans Book"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ssina Sans Book" pitchFamily="2" charset="77"/>
          <a:ea typeface="+mn-ea"/>
          <a:cs typeface="Messina Sans Book"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3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C142C5-7C9A-578E-1C52-873B324E8C1C}"/>
              </a:ext>
            </a:extLst>
          </p:cNvPr>
          <p:cNvSpPr>
            <a:spLocks noGrp="1"/>
          </p:cNvSpPr>
          <p:nvPr>
            <p:ph type="title"/>
          </p:nvPr>
        </p:nvSpPr>
        <p:spPr>
          <a:xfrm>
            <a:off x="3352800" y="1502033"/>
            <a:ext cx="7315200" cy="1661993"/>
          </a:xfrm>
        </p:spPr>
        <p:txBody>
          <a:bodyPr/>
          <a:lstStyle/>
          <a:p>
            <a:r>
              <a:rPr lang="en-US" dirty="0" err="1"/>
              <a:t>Sainbury’s</a:t>
            </a:r>
            <a:r>
              <a:rPr lang="en-US" dirty="0"/>
              <a:t> – Agentic AI Store Assistant</a:t>
            </a:r>
          </a:p>
        </p:txBody>
      </p:sp>
      <p:sp>
        <p:nvSpPr>
          <p:cNvPr id="6" name="Text Placeholder 5">
            <a:extLst>
              <a:ext uri="{FF2B5EF4-FFF2-40B4-BE49-F238E27FC236}">
                <a16:creationId xmlns:a16="http://schemas.microsoft.com/office/drawing/2014/main" id="{29AF65E8-5CEA-46E3-47E2-60EB5962E39E}"/>
              </a:ext>
            </a:extLst>
          </p:cNvPr>
          <p:cNvSpPr>
            <a:spLocks noGrp="1"/>
          </p:cNvSpPr>
          <p:nvPr>
            <p:ph type="body" sz="quarter" idx="10"/>
          </p:nvPr>
        </p:nvSpPr>
        <p:spPr/>
        <p:txBody>
          <a:bodyPr/>
          <a:lstStyle/>
          <a:p>
            <a:r>
              <a:rPr lang="en-US" sz="900" spc="30" dirty="0"/>
              <a:t>Accordion | Team 15</a:t>
            </a:r>
          </a:p>
        </p:txBody>
      </p:sp>
    </p:spTree>
    <p:extLst>
      <p:ext uri="{BB962C8B-B14F-4D97-AF65-F5344CB8AC3E}">
        <p14:creationId xmlns:p14="http://schemas.microsoft.com/office/powerpoint/2010/main" val="2004771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A1A9B54-3BD3-EBF8-BEBA-207708102ACB}"/>
              </a:ext>
            </a:extLst>
          </p:cNvPr>
          <p:cNvSpPr>
            <a:spLocks noGrp="1"/>
          </p:cNvSpPr>
          <p:nvPr>
            <p:ph type="body" sz="quarter" idx="14"/>
          </p:nvPr>
        </p:nvSpPr>
        <p:spPr/>
        <p:txBody>
          <a:bodyPr>
            <a:normAutofit/>
          </a:bodyPr>
          <a:lstStyle/>
          <a:p>
            <a:pPr marL="457200" indent="-457200">
              <a:buFont typeface="Arial" panose="020B0604020202020204" pitchFamily="34" charset="0"/>
              <a:buChar char="•"/>
            </a:pPr>
            <a:r>
              <a:rPr lang="en-US" sz="2800" dirty="0"/>
              <a:t>Overview</a:t>
            </a:r>
          </a:p>
          <a:p>
            <a:pPr marL="457200" indent="-457200">
              <a:buFont typeface="Arial" panose="020B0604020202020204" pitchFamily="34" charset="0"/>
              <a:buChar char="•"/>
            </a:pPr>
            <a:r>
              <a:rPr lang="en-US" sz="2800" dirty="0"/>
              <a:t>Methodology &amp; Decision Making Strategy</a:t>
            </a:r>
          </a:p>
          <a:p>
            <a:pPr marL="457200" indent="-457200">
              <a:buFont typeface="Arial" panose="020B0604020202020204" pitchFamily="34" charset="0"/>
              <a:buChar char="•"/>
            </a:pPr>
            <a:r>
              <a:rPr lang="en-US" sz="2800" dirty="0"/>
              <a:t>Process Flow</a:t>
            </a:r>
          </a:p>
          <a:p>
            <a:pPr marL="457200" indent="-457200">
              <a:buFont typeface="Arial" panose="020B0604020202020204" pitchFamily="34" charset="0"/>
              <a:buChar char="•"/>
            </a:pPr>
            <a:r>
              <a:rPr lang="en-US" sz="2800" dirty="0"/>
              <a:t>UI Snapshots &amp; Functionalities</a:t>
            </a:r>
          </a:p>
          <a:p>
            <a:pPr marL="457200" indent="-457200">
              <a:buFont typeface="Arial" panose="020B0604020202020204" pitchFamily="34" charset="0"/>
              <a:buChar char="•"/>
            </a:pPr>
            <a:r>
              <a:rPr lang="en-US" sz="2800" dirty="0"/>
              <a:t>Q&amp;A Capabilities and Technical Highlights </a:t>
            </a:r>
          </a:p>
        </p:txBody>
      </p:sp>
      <p:sp>
        <p:nvSpPr>
          <p:cNvPr id="2" name="Slide Number Placeholder 1">
            <a:extLst>
              <a:ext uri="{FF2B5EF4-FFF2-40B4-BE49-F238E27FC236}">
                <a16:creationId xmlns:a16="http://schemas.microsoft.com/office/drawing/2014/main" id="{221C5BEA-745C-B210-249C-A949581A1F6B}"/>
              </a:ext>
            </a:extLst>
          </p:cNvPr>
          <p:cNvSpPr>
            <a:spLocks noGrp="1"/>
          </p:cNvSpPr>
          <p:nvPr>
            <p:ph type="sldNum" sz="quarter" idx="4"/>
          </p:nvPr>
        </p:nvSpPr>
        <p:spPr/>
        <p:txBody>
          <a:bodyPr/>
          <a:lstStyle/>
          <a:p>
            <a:fld id="{07A38AFC-035F-5C43-87B1-75BBD75E799E}" type="slidenum">
              <a:rPr lang="en-US" smtClean="0"/>
              <a:pPr/>
              <a:t>2</a:t>
            </a:fld>
            <a:endParaRPr lang="en-US"/>
          </a:p>
        </p:txBody>
      </p:sp>
      <p:sp>
        <p:nvSpPr>
          <p:cNvPr id="8" name="Text Placeholder 7">
            <a:extLst>
              <a:ext uri="{FF2B5EF4-FFF2-40B4-BE49-F238E27FC236}">
                <a16:creationId xmlns:a16="http://schemas.microsoft.com/office/drawing/2014/main" id="{55781C88-7CB5-4A59-F1B9-50764C35A3A3}"/>
              </a:ext>
            </a:extLst>
          </p:cNvPr>
          <p:cNvSpPr>
            <a:spLocks noGrp="1"/>
          </p:cNvSpPr>
          <p:nvPr>
            <p:ph type="body" sz="quarter" idx="15"/>
          </p:nvPr>
        </p:nvSpPr>
        <p:spPr>
          <a:xfrm>
            <a:off x="606669" y="1600200"/>
            <a:ext cx="2284271" cy="4572000"/>
          </a:xfrm>
        </p:spPr>
        <p:txBody>
          <a:bodyPr/>
          <a:lstStyle/>
          <a:p>
            <a:r>
              <a:rPr lang="en-US" dirty="0"/>
              <a:t>Table</a:t>
            </a:r>
            <a:br>
              <a:rPr lang="en-US" dirty="0"/>
            </a:br>
            <a:r>
              <a:rPr lang="en-US" dirty="0"/>
              <a:t>of contents</a:t>
            </a:r>
          </a:p>
        </p:txBody>
      </p:sp>
    </p:spTree>
    <p:extLst>
      <p:ext uri="{BB962C8B-B14F-4D97-AF65-F5344CB8AC3E}">
        <p14:creationId xmlns:p14="http://schemas.microsoft.com/office/powerpoint/2010/main" val="3930363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7D7A-8287-AC9A-013B-0AE92B544B76}"/>
              </a:ext>
            </a:extLst>
          </p:cNvPr>
          <p:cNvSpPr>
            <a:spLocks noGrp="1"/>
          </p:cNvSpPr>
          <p:nvPr>
            <p:ph type="title"/>
          </p:nvPr>
        </p:nvSpPr>
        <p:spPr/>
        <p:txBody>
          <a:bodyPr anchor="t">
            <a:normAutofit/>
          </a:bodyPr>
          <a:lstStyle/>
          <a:p>
            <a:r>
              <a:rPr lang="en-US" dirty="0"/>
              <a:t>Overview</a:t>
            </a:r>
          </a:p>
        </p:txBody>
      </p:sp>
      <p:sp>
        <p:nvSpPr>
          <p:cNvPr id="4" name="Slide Number Placeholder 3">
            <a:extLst>
              <a:ext uri="{FF2B5EF4-FFF2-40B4-BE49-F238E27FC236}">
                <a16:creationId xmlns:a16="http://schemas.microsoft.com/office/drawing/2014/main" id="{903B0633-9FD8-8EC8-43A8-7A4780B85525}"/>
              </a:ext>
            </a:extLst>
          </p:cNvPr>
          <p:cNvSpPr>
            <a:spLocks noGrp="1"/>
          </p:cNvSpPr>
          <p:nvPr>
            <p:ph type="sldNum" sz="quarter" idx="4"/>
          </p:nvPr>
        </p:nvSpPr>
        <p:spPr/>
        <p:txBody>
          <a:bodyPr/>
          <a:lstStyle/>
          <a:p>
            <a:fld id="{07A38AFC-035F-5C43-87B1-75BBD75E799E}" type="slidenum">
              <a:rPr lang="en-US" smtClean="0"/>
              <a:pPr/>
              <a:t>3</a:t>
            </a:fld>
            <a:endParaRPr lang="en-US"/>
          </a:p>
        </p:txBody>
      </p:sp>
    </p:spTree>
    <p:extLst>
      <p:ext uri="{BB962C8B-B14F-4D97-AF65-F5344CB8AC3E}">
        <p14:creationId xmlns:p14="http://schemas.microsoft.com/office/powerpoint/2010/main" val="2072490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C5873F23-9ABE-8C9A-4C0E-A1A9897A8053}"/>
              </a:ext>
            </a:extLst>
          </p:cNvPr>
          <p:cNvSpPr/>
          <p:nvPr/>
        </p:nvSpPr>
        <p:spPr>
          <a:xfrm>
            <a:off x="8229600" y="-1"/>
            <a:ext cx="3962400" cy="6858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8E9DF99D-23D4-2332-190D-AB84C7B5D16E}"/>
              </a:ext>
            </a:extLst>
          </p:cNvPr>
          <p:cNvSpPr>
            <a:spLocks noGrp="1"/>
          </p:cNvSpPr>
          <p:nvPr>
            <p:ph type="sldNum" sz="quarter" idx="4"/>
          </p:nvPr>
        </p:nvSpPr>
        <p:spPr/>
        <p:txBody>
          <a:bodyPr/>
          <a:lstStyle/>
          <a:p>
            <a:fld id="{07A38AFC-035F-5C43-87B1-75BBD75E799E}" type="slidenum">
              <a:rPr lang="en-US" smtClean="0"/>
              <a:pPr/>
              <a:t>4</a:t>
            </a:fld>
            <a:endParaRPr lang="en-US"/>
          </a:p>
        </p:txBody>
      </p:sp>
      <p:sp>
        <p:nvSpPr>
          <p:cNvPr id="10" name="Text Placeholder 2">
            <a:extLst>
              <a:ext uri="{FF2B5EF4-FFF2-40B4-BE49-F238E27FC236}">
                <a16:creationId xmlns:a16="http://schemas.microsoft.com/office/drawing/2014/main" id="{4F692DD3-A095-9342-35D0-E8ACB3E34127}"/>
              </a:ext>
            </a:extLst>
          </p:cNvPr>
          <p:cNvSpPr txBox="1">
            <a:spLocks/>
          </p:cNvSpPr>
          <p:nvPr/>
        </p:nvSpPr>
        <p:spPr>
          <a:xfrm>
            <a:off x="4267200" y="1761668"/>
            <a:ext cx="7543799" cy="2173544"/>
          </a:xfrm>
          <a:prstGeom prst="rect">
            <a:avLst/>
          </a:prstGeom>
        </p:spPr>
        <p:txBody>
          <a:bodyPr wrap="square" lIns="0" tIns="0" rIns="0" bIns="0">
            <a:spAutoFit/>
          </a:bodyPr>
          <a:lstStyle>
            <a:lvl1pPr marL="0" indent="0" algn="l" defTabSz="914400" rtl="0" eaLnBrk="1" latinLnBrk="0" hangingPunct="1">
              <a:lnSpc>
                <a:spcPct val="110000"/>
              </a:lnSpc>
              <a:spcBef>
                <a:spcPts val="1000"/>
              </a:spcBef>
              <a:buFont typeface="Arial" panose="020B0604020202020204" pitchFamily="34" charset="0"/>
              <a:buNone/>
              <a:defRPr sz="1400" b="0" i="0" kern="1200" spc="-20" baseline="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just">
              <a:lnSpc>
                <a:spcPct val="150000"/>
              </a:lnSpc>
              <a:spcBef>
                <a:spcPts val="0"/>
              </a:spcBef>
              <a:spcAft>
                <a:spcPts val="600"/>
              </a:spcAft>
            </a:pPr>
            <a:r>
              <a:rPr lang="en-US" sz="1600" dirty="0">
                <a:solidFill>
                  <a:schemeClr val="tx1"/>
                </a:solidFill>
                <a:latin typeface="Messina Sans SemiBold" pitchFamily="2" charset="77"/>
                <a:cs typeface="Messina Sans SemiBold" pitchFamily="2" charset="77"/>
              </a:rPr>
              <a:t>This presentation covers the AI-powered Store Assistant solution developed for Sainsbury's retail chain. The solution addresses the challenge of fragmented data across multiple sources by unifying structured data (sales, inventory, staffing) with unstructured data (reviews, images, videos) to deliver comprehensive, actionable insights through an AI-powered conversational interface. </a:t>
            </a:r>
            <a:endParaRPr lang="en-US" sz="1600" dirty="0"/>
          </a:p>
        </p:txBody>
      </p:sp>
      <p:cxnSp>
        <p:nvCxnSpPr>
          <p:cNvPr id="12" name="Straight Connector 11">
            <a:extLst>
              <a:ext uri="{FF2B5EF4-FFF2-40B4-BE49-F238E27FC236}">
                <a16:creationId xmlns:a16="http://schemas.microsoft.com/office/drawing/2014/main" id="{788A2F85-0098-E82A-536F-40517BDC4431}"/>
              </a:ext>
            </a:extLst>
          </p:cNvPr>
          <p:cNvCxnSpPr>
            <a:cxnSpLocks/>
          </p:cNvCxnSpPr>
          <p:nvPr/>
        </p:nvCxnSpPr>
        <p:spPr>
          <a:xfrm>
            <a:off x="4267201" y="1613096"/>
            <a:ext cx="792479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93FB605-315A-5D1F-D65C-CC228A54F321}"/>
              </a:ext>
            </a:extLst>
          </p:cNvPr>
          <p:cNvCxnSpPr>
            <a:cxnSpLocks/>
          </p:cNvCxnSpPr>
          <p:nvPr/>
        </p:nvCxnSpPr>
        <p:spPr>
          <a:xfrm>
            <a:off x="4267201" y="4986046"/>
            <a:ext cx="792479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E5DD38A-E755-7318-E862-09B9D8FB7628}"/>
              </a:ext>
            </a:extLst>
          </p:cNvPr>
          <p:cNvSpPr txBox="1"/>
          <p:nvPr/>
        </p:nvSpPr>
        <p:spPr>
          <a:xfrm>
            <a:off x="7439086" y="920299"/>
            <a:ext cx="0" cy="0"/>
          </a:xfrm>
          <a:prstGeom prst="rect">
            <a:avLst/>
          </a:prstGeom>
          <a:noFill/>
        </p:spPr>
        <p:txBody>
          <a:bodyPr wrap="none" lIns="0" tIns="0" rIns="0" bIns="0" rtlCol="0">
            <a:noAutofit/>
          </a:bodyPr>
          <a:lstStyle/>
          <a:p>
            <a:pPr algn="l">
              <a:lnSpc>
                <a:spcPct val="110000"/>
              </a:lnSpc>
            </a:pPr>
            <a:endParaRPr lang="en-US" sz="1000" spc="-20">
              <a:solidFill>
                <a:schemeClr val="tx2"/>
              </a:solidFill>
              <a:latin typeface="Messina Sans" pitchFamily="2" charset="77"/>
              <a:cs typeface="Messina Sans" pitchFamily="2" charset="77"/>
            </a:endParaRPr>
          </a:p>
        </p:txBody>
      </p:sp>
      <p:sp>
        <p:nvSpPr>
          <p:cNvPr id="11" name="Text Placeholder 27">
            <a:extLst>
              <a:ext uri="{FF2B5EF4-FFF2-40B4-BE49-F238E27FC236}">
                <a16:creationId xmlns:a16="http://schemas.microsoft.com/office/drawing/2014/main" id="{7B1BAFC1-F7AA-9618-F739-15A089F9AD07}"/>
              </a:ext>
            </a:extLst>
          </p:cNvPr>
          <p:cNvSpPr>
            <a:spLocks noGrp="1"/>
          </p:cNvSpPr>
          <p:nvPr>
            <p:ph type="body" sz="half" idx="2"/>
          </p:nvPr>
        </p:nvSpPr>
        <p:spPr>
          <a:xfrm>
            <a:off x="644013" y="2192522"/>
            <a:ext cx="2171699" cy="595997"/>
          </a:xfrm>
        </p:spPr>
        <p:txBody>
          <a:bodyPr/>
          <a:lstStyle/>
          <a:p>
            <a:pPr>
              <a:lnSpc>
                <a:spcPct val="110000"/>
              </a:lnSpc>
            </a:pPr>
            <a:r>
              <a:rPr lang="en-US" sz="1200" dirty="0"/>
              <a:t>Unifying Structured &amp; Unstructured Data for Actionable Store Insights</a:t>
            </a:r>
          </a:p>
        </p:txBody>
      </p:sp>
      <p:sp>
        <p:nvSpPr>
          <p:cNvPr id="13" name="Title 13">
            <a:extLst>
              <a:ext uri="{FF2B5EF4-FFF2-40B4-BE49-F238E27FC236}">
                <a16:creationId xmlns:a16="http://schemas.microsoft.com/office/drawing/2014/main" id="{9FC95553-DD84-1D36-EF38-BA6FFE844E0F}"/>
              </a:ext>
            </a:extLst>
          </p:cNvPr>
          <p:cNvSpPr>
            <a:spLocks noGrp="1"/>
          </p:cNvSpPr>
          <p:nvPr>
            <p:ph type="title"/>
          </p:nvPr>
        </p:nvSpPr>
        <p:spPr>
          <a:xfrm>
            <a:off x="609599" y="461682"/>
            <a:ext cx="3352801" cy="1477328"/>
          </a:xfrm>
        </p:spPr>
        <p:txBody>
          <a:bodyPr/>
          <a:lstStyle/>
          <a:p>
            <a:r>
              <a:rPr lang="en-US" dirty="0"/>
              <a:t>AI-Powered Store Assistant</a:t>
            </a:r>
            <a:br>
              <a:rPr lang="en-US" dirty="0"/>
            </a:br>
            <a:r>
              <a:rPr lang="en-US" dirty="0"/>
              <a:t>Sainsbury's Retail Chain Solution</a:t>
            </a:r>
          </a:p>
        </p:txBody>
      </p:sp>
      <p:sp>
        <p:nvSpPr>
          <p:cNvPr id="14" name="Text Placeholder 27">
            <a:extLst>
              <a:ext uri="{FF2B5EF4-FFF2-40B4-BE49-F238E27FC236}">
                <a16:creationId xmlns:a16="http://schemas.microsoft.com/office/drawing/2014/main" id="{BA692F05-06A2-A948-C776-AA34AC2B7280}"/>
              </a:ext>
            </a:extLst>
          </p:cNvPr>
          <p:cNvSpPr txBox="1">
            <a:spLocks/>
          </p:cNvSpPr>
          <p:nvPr/>
        </p:nvSpPr>
        <p:spPr>
          <a:xfrm>
            <a:off x="6597445" y="5792449"/>
            <a:ext cx="5213554" cy="245132"/>
          </a:xfrm>
          <a:prstGeom prst="rect">
            <a:avLst/>
          </a:prstGeom>
        </p:spPr>
        <p:txBody>
          <a:bodyPr wrap="square" lIns="0" tIns="0" rIns="0" bIns="0">
            <a:spAutoFit/>
          </a:bodyPr>
          <a:lstStyle>
            <a:lvl1pPr marL="0" indent="0" algn="l" defTabSz="914400" rtl="0" eaLnBrk="1" latinLnBrk="0" hangingPunct="1">
              <a:lnSpc>
                <a:spcPct val="110000"/>
              </a:lnSpc>
              <a:spcBef>
                <a:spcPts val="1000"/>
              </a:spcBef>
              <a:buFont typeface="Arial" panose="020B0604020202020204" pitchFamily="34" charset="0"/>
              <a:buNone/>
              <a:defRPr sz="1400" b="0" i="0" kern="1200" spc="-20" baseline="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ctr">
              <a:lnSpc>
                <a:spcPct val="150000"/>
              </a:lnSpc>
            </a:pPr>
            <a:r>
              <a:rPr lang="en-US" sz="1200" dirty="0"/>
              <a:t>Built with Azure OpenAI | </a:t>
            </a:r>
            <a:r>
              <a:rPr lang="en-US" sz="1200" dirty="0" err="1"/>
              <a:t>FastAPI</a:t>
            </a:r>
            <a:r>
              <a:rPr lang="en-US" sz="1200" dirty="0"/>
              <a:t> | </a:t>
            </a:r>
            <a:r>
              <a:rPr lang="en-US" sz="1200" dirty="0" err="1"/>
              <a:t>Streamlit</a:t>
            </a:r>
            <a:r>
              <a:rPr lang="en-US" sz="1200" dirty="0"/>
              <a:t> | </a:t>
            </a:r>
            <a:r>
              <a:rPr lang="en-US" sz="1200" dirty="0" err="1"/>
              <a:t>ChromaDB</a:t>
            </a:r>
            <a:endParaRPr lang="en-US" sz="1200" dirty="0"/>
          </a:p>
        </p:txBody>
      </p:sp>
    </p:spTree>
    <p:extLst>
      <p:ext uri="{BB962C8B-B14F-4D97-AF65-F5344CB8AC3E}">
        <p14:creationId xmlns:p14="http://schemas.microsoft.com/office/powerpoint/2010/main" val="476741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9299A-C0DC-DA4E-7EF9-04925462E1D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8CBB07E9-1F6C-41F9-9560-AE3BBA12FAC3}"/>
              </a:ext>
            </a:extLst>
          </p:cNvPr>
          <p:cNvSpPr/>
          <p:nvPr/>
        </p:nvSpPr>
        <p:spPr>
          <a:xfrm>
            <a:off x="4267200" y="0"/>
            <a:ext cx="7924799" cy="6858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49E8E8-A9A5-E49B-B339-61C64AC5EAA1}"/>
              </a:ext>
            </a:extLst>
          </p:cNvPr>
          <p:cNvSpPr>
            <a:spLocks noGrp="1"/>
          </p:cNvSpPr>
          <p:nvPr>
            <p:ph type="title"/>
          </p:nvPr>
        </p:nvSpPr>
        <p:spPr>
          <a:xfrm>
            <a:off x="324466" y="392856"/>
            <a:ext cx="6456010" cy="369332"/>
          </a:xfrm>
          <a:prstGeom prst="rect">
            <a:avLst/>
          </a:prstGeom>
        </p:spPr>
        <p:txBody>
          <a:bodyPr/>
          <a:lstStyle/>
          <a:p>
            <a:r>
              <a:rPr lang="en-US" dirty="0"/>
              <a:t>Methodology &amp; Strategic Decision-Making</a:t>
            </a:r>
            <a:endParaRPr lang="en-US" b="0" dirty="0">
              <a:solidFill>
                <a:schemeClr val="tx2"/>
              </a:solidFill>
            </a:endParaRPr>
          </a:p>
        </p:txBody>
      </p:sp>
      <p:sp>
        <p:nvSpPr>
          <p:cNvPr id="6" name="Slide Number Placeholder 5">
            <a:extLst>
              <a:ext uri="{FF2B5EF4-FFF2-40B4-BE49-F238E27FC236}">
                <a16:creationId xmlns:a16="http://schemas.microsoft.com/office/drawing/2014/main" id="{756DD910-3D36-57D2-77C6-6132CDE8F72E}"/>
              </a:ext>
            </a:extLst>
          </p:cNvPr>
          <p:cNvSpPr>
            <a:spLocks noGrp="1"/>
          </p:cNvSpPr>
          <p:nvPr>
            <p:ph type="sldNum" sz="quarter" idx="4"/>
          </p:nvPr>
        </p:nvSpPr>
        <p:spPr/>
        <p:txBody>
          <a:bodyPr/>
          <a:lstStyle/>
          <a:p>
            <a:fld id="{07A38AFC-035F-5C43-87B1-75BBD75E799E}" type="slidenum">
              <a:rPr lang="en-US" smtClean="0"/>
              <a:pPr/>
              <a:t>5</a:t>
            </a:fld>
            <a:endParaRPr lang="en-US"/>
          </a:p>
        </p:txBody>
      </p:sp>
      <p:sp>
        <p:nvSpPr>
          <p:cNvPr id="4" name="Text Placeholder 27">
            <a:extLst>
              <a:ext uri="{FF2B5EF4-FFF2-40B4-BE49-F238E27FC236}">
                <a16:creationId xmlns:a16="http://schemas.microsoft.com/office/drawing/2014/main" id="{62CAD470-D192-91AE-B140-182EA921B132}"/>
              </a:ext>
            </a:extLst>
          </p:cNvPr>
          <p:cNvSpPr>
            <a:spLocks noGrp="1"/>
          </p:cNvSpPr>
          <p:nvPr>
            <p:ph type="body" sz="half" idx="2"/>
          </p:nvPr>
        </p:nvSpPr>
        <p:spPr>
          <a:xfrm>
            <a:off x="324466" y="1662461"/>
            <a:ext cx="3775586" cy="4252446"/>
          </a:xfrm>
        </p:spPr>
        <p:txBody>
          <a:bodyPr/>
          <a:lstStyle/>
          <a:p>
            <a:pPr algn="just">
              <a:lnSpc>
                <a:spcPct val="100000"/>
              </a:lnSpc>
            </a:pPr>
            <a:r>
              <a:rPr lang="en-US" sz="1200" dirty="0"/>
              <a:t>✓ Specialized AI Agents for Focused Intelligence</a:t>
            </a:r>
          </a:p>
          <a:p>
            <a:pPr algn="just">
              <a:lnSpc>
                <a:spcPct val="100000"/>
              </a:lnSpc>
            </a:pPr>
            <a:r>
              <a:rPr lang="en-US" sz="1200" dirty="0"/>
              <a:t>  • Sentiment Analyzer Agent</a:t>
            </a:r>
          </a:p>
          <a:p>
            <a:pPr algn="just">
              <a:lnSpc>
                <a:spcPct val="100000"/>
              </a:lnSpc>
            </a:pPr>
            <a:r>
              <a:rPr lang="en-US" sz="1200" dirty="0"/>
              <a:t>    - Multi-theme customer review analysis</a:t>
            </a:r>
          </a:p>
          <a:p>
            <a:pPr algn="just">
              <a:lnSpc>
                <a:spcPct val="100000"/>
              </a:lnSpc>
            </a:pPr>
            <a:r>
              <a:rPr lang="en-US" sz="1200" dirty="0"/>
              <a:t>    - Customizable weightage system</a:t>
            </a:r>
          </a:p>
          <a:p>
            <a:pPr algn="just">
              <a:lnSpc>
                <a:spcPct val="100000"/>
              </a:lnSpc>
            </a:pPr>
            <a:r>
              <a:rPr lang="en-US" sz="1200" dirty="0"/>
              <a:t>  • Visual Analyzer Agent  </a:t>
            </a:r>
          </a:p>
          <a:p>
            <a:pPr algn="just">
              <a:lnSpc>
                <a:spcPct val="100000"/>
              </a:lnSpc>
            </a:pPr>
            <a:r>
              <a:rPr lang="en-US" sz="1200" dirty="0"/>
              <a:t>    - GPT-4-mini/nano for image/video analysis</a:t>
            </a:r>
          </a:p>
          <a:p>
            <a:pPr algn="just">
              <a:lnSpc>
                <a:spcPct val="100000"/>
              </a:lnSpc>
            </a:pPr>
            <a:r>
              <a:rPr lang="en-US" sz="1200" dirty="0"/>
              <a:t>    - Automated alert generation</a:t>
            </a:r>
          </a:p>
          <a:p>
            <a:pPr algn="just">
              <a:lnSpc>
                <a:spcPct val="100000"/>
              </a:lnSpc>
            </a:pPr>
            <a:r>
              <a:rPr lang="en-US" sz="1200" dirty="0"/>
              <a:t>  • Data Agent</a:t>
            </a:r>
          </a:p>
          <a:p>
            <a:pPr algn="just">
              <a:lnSpc>
                <a:spcPct val="100000"/>
              </a:lnSpc>
            </a:pPr>
            <a:r>
              <a:rPr lang="en-US" sz="1200" dirty="0"/>
              <a:t>    - Natural language query interface</a:t>
            </a:r>
          </a:p>
          <a:p>
            <a:pPr algn="just">
              <a:lnSpc>
                <a:spcPct val="100000"/>
              </a:lnSpc>
            </a:pPr>
            <a:r>
              <a:rPr lang="en-US" sz="1200" dirty="0"/>
              <a:t>    - Cross-source insight generation</a:t>
            </a:r>
          </a:p>
          <a:p>
            <a:pPr algn="just">
              <a:lnSpc>
                <a:spcPct val="100000"/>
              </a:lnSpc>
            </a:pPr>
            <a:r>
              <a:rPr lang="en-US" sz="1200" dirty="0"/>
              <a:t>✓ Modular Design Principles</a:t>
            </a:r>
          </a:p>
          <a:p>
            <a:pPr algn="just">
              <a:lnSpc>
                <a:spcPct val="100000"/>
              </a:lnSpc>
            </a:pPr>
            <a:r>
              <a:rPr lang="en-US" sz="1200" dirty="0"/>
              <a:t>  • Independent agent development</a:t>
            </a:r>
          </a:p>
          <a:p>
            <a:pPr algn="just">
              <a:lnSpc>
                <a:spcPct val="100000"/>
              </a:lnSpc>
            </a:pPr>
            <a:r>
              <a:rPr lang="en-US" sz="1200" dirty="0"/>
              <a:t>  • Easy extensibility for new features</a:t>
            </a:r>
          </a:p>
          <a:p>
            <a:pPr algn="just">
              <a:lnSpc>
                <a:spcPct val="100000"/>
              </a:lnSpc>
            </a:pPr>
            <a:r>
              <a:rPr lang="en-US" sz="1200" dirty="0"/>
              <a:t>  • Maintainable codebase structure</a:t>
            </a:r>
          </a:p>
        </p:txBody>
      </p:sp>
      <p:sp>
        <p:nvSpPr>
          <p:cNvPr id="3" name="Title 1">
            <a:extLst>
              <a:ext uri="{FF2B5EF4-FFF2-40B4-BE49-F238E27FC236}">
                <a16:creationId xmlns:a16="http://schemas.microsoft.com/office/drawing/2014/main" id="{116290A7-8A1E-E811-88AA-EA4EDCA6873E}"/>
              </a:ext>
            </a:extLst>
          </p:cNvPr>
          <p:cNvSpPr txBox="1">
            <a:spLocks/>
          </p:cNvSpPr>
          <p:nvPr/>
        </p:nvSpPr>
        <p:spPr>
          <a:xfrm>
            <a:off x="324466" y="1027658"/>
            <a:ext cx="3667431" cy="369332"/>
          </a:xfrm>
          <a:prstGeom prst="rect">
            <a:avLst/>
          </a:prstGeom>
        </p:spPr>
        <p:txBody>
          <a:bodyPr wrap="square" lIns="0" tIns="0" rIns="0" bIns="0">
            <a:spAutoFit/>
          </a:bodyPr>
          <a:lstStyle>
            <a:lvl1pPr algn="l" defTabSz="914400" rtl="0" eaLnBrk="1" latinLnBrk="0" hangingPunct="1">
              <a:lnSpc>
                <a:spcPct val="100000"/>
              </a:lnSpc>
              <a:spcBef>
                <a:spcPct val="0"/>
              </a:spcBef>
              <a:buNone/>
              <a:defRPr sz="2400" b="1" i="0" kern="1200" spc="-20" baseline="0">
                <a:solidFill>
                  <a:schemeClr val="tx1"/>
                </a:solidFill>
                <a:latin typeface="Messina Sans" pitchFamily="2" charset="77"/>
                <a:ea typeface="+mj-ea"/>
                <a:cs typeface="Messina Sans" pitchFamily="2" charset="77"/>
              </a:defRPr>
            </a:lvl1pPr>
          </a:lstStyle>
          <a:p>
            <a:r>
              <a:rPr lang="en-US" dirty="0">
                <a:solidFill>
                  <a:schemeClr val="tx2"/>
                </a:solidFill>
              </a:rPr>
              <a:t>Agentic AI Architecture</a:t>
            </a:r>
          </a:p>
        </p:txBody>
      </p:sp>
      <p:sp>
        <p:nvSpPr>
          <p:cNvPr id="5" name="Title 1">
            <a:extLst>
              <a:ext uri="{FF2B5EF4-FFF2-40B4-BE49-F238E27FC236}">
                <a16:creationId xmlns:a16="http://schemas.microsoft.com/office/drawing/2014/main" id="{3E0047C1-EB7C-1EBD-4E70-C9DB3B220FC8}"/>
              </a:ext>
            </a:extLst>
          </p:cNvPr>
          <p:cNvSpPr txBox="1">
            <a:spLocks/>
          </p:cNvSpPr>
          <p:nvPr/>
        </p:nvSpPr>
        <p:spPr>
          <a:xfrm>
            <a:off x="6395883" y="1027845"/>
            <a:ext cx="5471651" cy="369332"/>
          </a:xfrm>
          <a:prstGeom prst="rect">
            <a:avLst/>
          </a:prstGeom>
        </p:spPr>
        <p:txBody>
          <a:bodyPr wrap="square" lIns="0" tIns="0" rIns="0" bIns="0">
            <a:spAutoFit/>
          </a:bodyPr>
          <a:lstStyle>
            <a:lvl1pPr algn="l" defTabSz="914400" rtl="0" eaLnBrk="1" latinLnBrk="0" hangingPunct="1">
              <a:lnSpc>
                <a:spcPct val="100000"/>
              </a:lnSpc>
              <a:spcBef>
                <a:spcPct val="0"/>
              </a:spcBef>
              <a:buNone/>
              <a:defRPr sz="2400" b="1" i="0" kern="1200" spc="-20" baseline="0">
                <a:solidFill>
                  <a:schemeClr val="tx1"/>
                </a:solidFill>
                <a:latin typeface="Messina Sans" pitchFamily="2" charset="77"/>
                <a:ea typeface="+mj-ea"/>
                <a:cs typeface="Messina Sans" pitchFamily="2" charset="77"/>
              </a:defRPr>
            </a:lvl1pPr>
          </a:lstStyle>
          <a:p>
            <a:r>
              <a:rPr lang="en-US" dirty="0">
                <a:solidFill>
                  <a:schemeClr val="tx2"/>
                </a:solidFill>
              </a:rPr>
              <a:t>Strategic Technology &amp; Decisions</a:t>
            </a:r>
          </a:p>
        </p:txBody>
      </p:sp>
      <p:sp>
        <p:nvSpPr>
          <p:cNvPr id="7" name="Text Placeholder 27">
            <a:extLst>
              <a:ext uri="{FF2B5EF4-FFF2-40B4-BE49-F238E27FC236}">
                <a16:creationId xmlns:a16="http://schemas.microsoft.com/office/drawing/2014/main" id="{E3BCEA13-DFF5-E1DD-B887-00CCDD25D1B5}"/>
              </a:ext>
            </a:extLst>
          </p:cNvPr>
          <p:cNvSpPr txBox="1">
            <a:spLocks/>
          </p:cNvSpPr>
          <p:nvPr/>
        </p:nvSpPr>
        <p:spPr>
          <a:xfrm>
            <a:off x="6341806" y="1662461"/>
            <a:ext cx="3775586" cy="1749197"/>
          </a:xfrm>
          <a:prstGeom prst="rect">
            <a:avLst/>
          </a:prstGeom>
        </p:spPr>
        <p:txBody>
          <a:bodyPr lIns="0" tIns="0" rIns="0" bIns="0">
            <a:spAutoFit/>
          </a:bodyPr>
          <a:lstStyle>
            <a:lvl1pPr marL="0" indent="0" algn="l" defTabSz="914400" rtl="0" eaLnBrk="1" latinLnBrk="0" hangingPunct="1">
              <a:lnSpc>
                <a:spcPct val="110000"/>
              </a:lnSpc>
              <a:spcBef>
                <a:spcPts val="1000"/>
              </a:spcBef>
              <a:buFont typeface="Arial" panose="020B0604020202020204" pitchFamily="34" charset="0"/>
              <a:buNone/>
              <a:defRPr sz="1400" b="0" i="0" kern="1200" spc="-20" baseline="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just">
              <a:lnSpc>
                <a:spcPct val="100000"/>
              </a:lnSpc>
            </a:pPr>
            <a:r>
              <a:rPr lang="en-US" sz="1200" dirty="0"/>
              <a:t>1. </a:t>
            </a:r>
            <a:r>
              <a:rPr lang="en-US" sz="1200" dirty="0" err="1"/>
              <a:t>ChromaDB</a:t>
            </a:r>
            <a:r>
              <a:rPr lang="en-US" sz="1200" dirty="0"/>
              <a:t> for Vector Embeddings</a:t>
            </a:r>
          </a:p>
          <a:p>
            <a:pPr algn="just">
              <a:lnSpc>
                <a:spcPct val="100000"/>
              </a:lnSpc>
            </a:pPr>
            <a:r>
              <a:rPr lang="en-US" sz="1200" dirty="0"/>
              <a:t>   Rationale: Efficient semantic search, </a:t>
            </a:r>
          </a:p>
          <a:p>
            <a:pPr algn="just">
              <a:lnSpc>
                <a:spcPct val="100000"/>
              </a:lnSpc>
            </a:pPr>
            <a:r>
              <a:rPr lang="en-US" sz="1200" dirty="0"/>
              <a:t>   local-first, no external dependencies</a:t>
            </a:r>
          </a:p>
          <a:p>
            <a:pPr algn="just">
              <a:lnSpc>
                <a:spcPct val="100000"/>
              </a:lnSpc>
            </a:pPr>
            <a:r>
              <a:rPr lang="en-US" sz="1200" dirty="0"/>
              <a:t>2. </a:t>
            </a:r>
            <a:r>
              <a:rPr lang="en-US" sz="1200" dirty="0" err="1"/>
              <a:t>FastAPI</a:t>
            </a:r>
            <a:r>
              <a:rPr lang="en-US" sz="1200" dirty="0"/>
              <a:t> + </a:t>
            </a:r>
            <a:r>
              <a:rPr lang="en-US" sz="1200" dirty="0" err="1"/>
              <a:t>Streamlit</a:t>
            </a:r>
            <a:r>
              <a:rPr lang="en-US" sz="1200" dirty="0"/>
              <a:t> Stack</a:t>
            </a:r>
          </a:p>
          <a:p>
            <a:pPr algn="just">
              <a:lnSpc>
                <a:spcPct val="100000"/>
              </a:lnSpc>
            </a:pPr>
            <a:r>
              <a:rPr lang="en-US" sz="1200" dirty="0"/>
              <a:t>   Rationale: Rapid development, async </a:t>
            </a:r>
          </a:p>
          <a:p>
            <a:pPr algn="just">
              <a:lnSpc>
                <a:spcPct val="100000"/>
              </a:lnSpc>
            </a:pPr>
            <a:r>
              <a:rPr lang="en-US" sz="1200" dirty="0"/>
              <a:t>   performance, clean separation of concerns</a:t>
            </a:r>
          </a:p>
        </p:txBody>
      </p:sp>
      <p:sp>
        <p:nvSpPr>
          <p:cNvPr id="8" name="Text Placeholder 27">
            <a:extLst>
              <a:ext uri="{FF2B5EF4-FFF2-40B4-BE49-F238E27FC236}">
                <a16:creationId xmlns:a16="http://schemas.microsoft.com/office/drawing/2014/main" id="{C09F85C5-10B2-07DA-B793-1D582796D44C}"/>
              </a:ext>
            </a:extLst>
          </p:cNvPr>
          <p:cNvSpPr txBox="1">
            <a:spLocks/>
          </p:cNvSpPr>
          <p:nvPr/>
        </p:nvSpPr>
        <p:spPr>
          <a:xfrm>
            <a:off x="5254160" y="3788684"/>
            <a:ext cx="6613374" cy="2161041"/>
          </a:xfrm>
          <a:prstGeom prst="rect">
            <a:avLst/>
          </a:prstGeom>
        </p:spPr>
        <p:txBody>
          <a:bodyPr wrap="square" lIns="0" tIns="0" rIns="0" bIns="0">
            <a:spAutoFit/>
          </a:bodyPr>
          <a:lstStyle>
            <a:lvl1pPr marL="0" indent="0" algn="l" defTabSz="914400" rtl="0" eaLnBrk="1" latinLnBrk="0" hangingPunct="1">
              <a:lnSpc>
                <a:spcPct val="110000"/>
              </a:lnSpc>
              <a:spcBef>
                <a:spcPts val="1000"/>
              </a:spcBef>
              <a:buFont typeface="Arial" panose="020B0604020202020204" pitchFamily="34" charset="0"/>
              <a:buNone/>
              <a:defRPr sz="1400" b="0" i="0" kern="1200" spc="-20" baseline="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just">
              <a:lnSpc>
                <a:spcPct val="200000"/>
              </a:lnSpc>
            </a:pPr>
            <a:r>
              <a:rPr lang="en-US" sz="1200" dirty="0"/>
              <a:t>The Methodology centers on an Agentic AI architecture where specialized agents handle distinct tasks. This modular approach ensures maintainability and extensibility. Key strategic decisions included choosing Azure OpenAI for cutting-edge AI capabilities, </a:t>
            </a:r>
            <a:r>
              <a:rPr lang="en-US" sz="1200" dirty="0" err="1"/>
              <a:t>ChromaDB</a:t>
            </a:r>
            <a:r>
              <a:rPr lang="en-US" sz="1200" dirty="0"/>
              <a:t> for efficient vector search without external dependencies, and a </a:t>
            </a:r>
            <a:r>
              <a:rPr lang="en-US" sz="1200" dirty="0" err="1"/>
              <a:t>FastAPI+Streamlit</a:t>
            </a:r>
            <a:r>
              <a:rPr lang="en-US" sz="1200" dirty="0"/>
              <a:t> stack for rapid development with production-grade performance. The customizable weightage system provides business flexibility without requiring code changes.</a:t>
            </a:r>
          </a:p>
        </p:txBody>
      </p:sp>
    </p:spTree>
    <p:extLst>
      <p:ext uri="{BB962C8B-B14F-4D97-AF65-F5344CB8AC3E}">
        <p14:creationId xmlns:p14="http://schemas.microsoft.com/office/powerpoint/2010/main" val="2567888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A155F40-FD55-2766-14AE-8D51D91283DF}"/>
              </a:ext>
            </a:extLst>
          </p:cNvPr>
          <p:cNvSpPr/>
          <p:nvPr/>
        </p:nvSpPr>
        <p:spPr>
          <a:xfrm>
            <a:off x="4267200" y="0"/>
            <a:ext cx="7924799" cy="6858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C9D1C3-1E5A-59F2-D8E9-DE28191F3004}"/>
              </a:ext>
            </a:extLst>
          </p:cNvPr>
          <p:cNvSpPr>
            <a:spLocks noGrp="1"/>
          </p:cNvSpPr>
          <p:nvPr>
            <p:ph type="title"/>
          </p:nvPr>
        </p:nvSpPr>
        <p:spPr>
          <a:xfrm>
            <a:off x="324466" y="392856"/>
            <a:ext cx="6456010" cy="738664"/>
          </a:xfrm>
          <a:prstGeom prst="rect">
            <a:avLst/>
          </a:prstGeom>
        </p:spPr>
        <p:txBody>
          <a:bodyPr/>
          <a:lstStyle/>
          <a:p>
            <a:r>
              <a:rPr lang="en-US" dirty="0"/>
              <a:t>End-to-End Process Flow &amp; Data Pipeline</a:t>
            </a:r>
            <a:endParaRPr lang="en-US" b="0" dirty="0">
              <a:solidFill>
                <a:schemeClr val="tx2"/>
              </a:solidFill>
            </a:endParaRPr>
          </a:p>
        </p:txBody>
      </p:sp>
      <p:sp>
        <p:nvSpPr>
          <p:cNvPr id="6" name="Slide Number Placeholder 5">
            <a:extLst>
              <a:ext uri="{FF2B5EF4-FFF2-40B4-BE49-F238E27FC236}">
                <a16:creationId xmlns:a16="http://schemas.microsoft.com/office/drawing/2014/main" id="{8E9DF99D-23D4-2332-190D-AB84C7B5D16E}"/>
              </a:ext>
            </a:extLst>
          </p:cNvPr>
          <p:cNvSpPr>
            <a:spLocks noGrp="1"/>
          </p:cNvSpPr>
          <p:nvPr>
            <p:ph type="sldNum" sz="quarter" idx="4"/>
          </p:nvPr>
        </p:nvSpPr>
        <p:spPr/>
        <p:txBody>
          <a:bodyPr/>
          <a:lstStyle/>
          <a:p>
            <a:fld id="{07A38AFC-035F-5C43-87B1-75BBD75E799E}" type="slidenum">
              <a:rPr lang="en-US" smtClean="0"/>
              <a:pPr/>
              <a:t>6</a:t>
            </a:fld>
            <a:endParaRPr lang="en-US"/>
          </a:p>
        </p:txBody>
      </p:sp>
      <p:sp>
        <p:nvSpPr>
          <p:cNvPr id="4" name="Text Placeholder 27">
            <a:extLst>
              <a:ext uri="{FF2B5EF4-FFF2-40B4-BE49-F238E27FC236}">
                <a16:creationId xmlns:a16="http://schemas.microsoft.com/office/drawing/2014/main" id="{FB142FA9-6BE2-339A-AE42-6BB11C3E25A3}"/>
              </a:ext>
            </a:extLst>
          </p:cNvPr>
          <p:cNvSpPr>
            <a:spLocks noGrp="1"/>
          </p:cNvSpPr>
          <p:nvPr>
            <p:ph type="body" sz="half" idx="2"/>
          </p:nvPr>
        </p:nvSpPr>
        <p:spPr>
          <a:xfrm>
            <a:off x="324466" y="1131520"/>
            <a:ext cx="3775586" cy="3981254"/>
          </a:xfrm>
        </p:spPr>
        <p:txBody>
          <a:bodyPr/>
          <a:lstStyle/>
          <a:p>
            <a:pPr algn="just">
              <a:lnSpc>
                <a:spcPct val="150000"/>
              </a:lnSpc>
            </a:pPr>
            <a:r>
              <a:rPr lang="en-US" sz="1200" dirty="0"/>
              <a:t>The process flow begins with multi-source data ingestion from Google Reviews, SQL databases, images, and videos. Data flows through ingestion pipeline where it's extracted, preprocessed, and embedded using Azure OpenAI's embedding model. These embeddings are stored in </a:t>
            </a:r>
            <a:r>
              <a:rPr lang="en-US" sz="1200" dirty="0" err="1"/>
              <a:t>ChromaDB</a:t>
            </a:r>
            <a:r>
              <a:rPr lang="en-US" sz="1200" dirty="0"/>
              <a:t> for efficient semantic search. When a user interacts with the system, the appropriate AI agent (Sentiment, Visual, or Data) is invoked. The agent retrieves relevant context using vector similarity search, processes it through GPT-4-mini/nano, and returns actionable results to the </a:t>
            </a:r>
            <a:r>
              <a:rPr lang="en-US" sz="1200" dirty="0" err="1"/>
              <a:t>Streamlit</a:t>
            </a:r>
            <a:r>
              <a:rPr lang="en-US" sz="1200" dirty="0"/>
              <a:t> UI. This architecture enables responses with complex AI operations across large datasets.</a:t>
            </a:r>
          </a:p>
        </p:txBody>
      </p:sp>
      <p:pic>
        <p:nvPicPr>
          <p:cNvPr id="20" name="Picture 19">
            <a:extLst>
              <a:ext uri="{FF2B5EF4-FFF2-40B4-BE49-F238E27FC236}">
                <a16:creationId xmlns:a16="http://schemas.microsoft.com/office/drawing/2014/main" id="{312CCBA4-280F-51D0-3EB2-273D00B8BC03}"/>
              </a:ext>
            </a:extLst>
          </p:cNvPr>
          <p:cNvPicPr>
            <a:picLocks noChangeAspect="1"/>
          </p:cNvPicPr>
          <p:nvPr/>
        </p:nvPicPr>
        <p:blipFill>
          <a:blip r:embed="rId2"/>
          <a:stretch>
            <a:fillRect/>
          </a:stretch>
        </p:blipFill>
        <p:spPr>
          <a:xfrm>
            <a:off x="4922276" y="762188"/>
            <a:ext cx="7047220" cy="5613311"/>
          </a:xfrm>
          <a:prstGeom prst="rect">
            <a:avLst/>
          </a:prstGeom>
        </p:spPr>
      </p:pic>
    </p:spTree>
    <p:extLst>
      <p:ext uri="{BB962C8B-B14F-4D97-AF65-F5344CB8AC3E}">
        <p14:creationId xmlns:p14="http://schemas.microsoft.com/office/powerpoint/2010/main" val="1713268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97723-82F1-5797-F878-7C69861C9D2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C2C3B459-045C-DF9B-0BBC-9DE33E44FAD6}"/>
              </a:ext>
            </a:extLst>
          </p:cNvPr>
          <p:cNvSpPr/>
          <p:nvPr/>
        </p:nvSpPr>
        <p:spPr>
          <a:xfrm>
            <a:off x="4267200" y="0"/>
            <a:ext cx="7924799" cy="6858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E0F643-BFDB-C7EB-8869-40423DAC9D35}"/>
              </a:ext>
            </a:extLst>
          </p:cNvPr>
          <p:cNvSpPr>
            <a:spLocks noGrp="1"/>
          </p:cNvSpPr>
          <p:nvPr>
            <p:ph type="title"/>
          </p:nvPr>
        </p:nvSpPr>
        <p:spPr>
          <a:xfrm>
            <a:off x="324466" y="392856"/>
            <a:ext cx="6456010" cy="369332"/>
          </a:xfrm>
          <a:prstGeom prst="rect">
            <a:avLst/>
          </a:prstGeom>
        </p:spPr>
        <p:txBody>
          <a:bodyPr/>
          <a:lstStyle/>
          <a:p>
            <a:r>
              <a:rPr lang="en-US" dirty="0"/>
              <a:t>User Interface &amp; Core Functionalities</a:t>
            </a:r>
            <a:endParaRPr lang="en-US" b="0" dirty="0">
              <a:solidFill>
                <a:schemeClr val="tx2"/>
              </a:solidFill>
            </a:endParaRPr>
          </a:p>
        </p:txBody>
      </p:sp>
      <p:sp>
        <p:nvSpPr>
          <p:cNvPr id="6" name="Slide Number Placeholder 5">
            <a:extLst>
              <a:ext uri="{FF2B5EF4-FFF2-40B4-BE49-F238E27FC236}">
                <a16:creationId xmlns:a16="http://schemas.microsoft.com/office/drawing/2014/main" id="{59850850-EB1F-E4C1-1B83-FCC2076E7777}"/>
              </a:ext>
            </a:extLst>
          </p:cNvPr>
          <p:cNvSpPr>
            <a:spLocks noGrp="1"/>
          </p:cNvSpPr>
          <p:nvPr>
            <p:ph type="sldNum" sz="quarter" idx="4"/>
          </p:nvPr>
        </p:nvSpPr>
        <p:spPr/>
        <p:txBody>
          <a:bodyPr/>
          <a:lstStyle/>
          <a:p>
            <a:fld id="{07A38AFC-035F-5C43-87B1-75BBD75E799E}" type="slidenum">
              <a:rPr lang="en-US" smtClean="0"/>
              <a:pPr/>
              <a:t>7</a:t>
            </a:fld>
            <a:endParaRPr lang="en-US"/>
          </a:p>
        </p:txBody>
      </p:sp>
      <p:pic>
        <p:nvPicPr>
          <p:cNvPr id="8" name="Picture 7">
            <a:extLst>
              <a:ext uri="{FF2B5EF4-FFF2-40B4-BE49-F238E27FC236}">
                <a16:creationId xmlns:a16="http://schemas.microsoft.com/office/drawing/2014/main" id="{19EC1EB3-333A-2673-E668-1F9592C1B653}"/>
              </a:ext>
            </a:extLst>
          </p:cNvPr>
          <p:cNvPicPr>
            <a:picLocks noChangeAspect="1"/>
          </p:cNvPicPr>
          <p:nvPr/>
        </p:nvPicPr>
        <p:blipFill>
          <a:blip r:embed="rId2"/>
          <a:stretch>
            <a:fillRect/>
          </a:stretch>
        </p:blipFill>
        <p:spPr>
          <a:xfrm>
            <a:off x="216312" y="870146"/>
            <a:ext cx="4955456" cy="2477729"/>
          </a:xfrm>
          <a:prstGeom prst="rect">
            <a:avLst/>
          </a:prstGeom>
        </p:spPr>
      </p:pic>
      <p:pic>
        <p:nvPicPr>
          <p:cNvPr id="10" name="Picture 9">
            <a:extLst>
              <a:ext uri="{FF2B5EF4-FFF2-40B4-BE49-F238E27FC236}">
                <a16:creationId xmlns:a16="http://schemas.microsoft.com/office/drawing/2014/main" id="{65BBF058-D499-15B7-7BBE-BD8D385FF689}"/>
              </a:ext>
            </a:extLst>
          </p:cNvPr>
          <p:cNvPicPr>
            <a:picLocks noChangeAspect="1"/>
          </p:cNvPicPr>
          <p:nvPr/>
        </p:nvPicPr>
        <p:blipFill>
          <a:blip r:embed="rId3"/>
          <a:stretch>
            <a:fillRect/>
          </a:stretch>
        </p:blipFill>
        <p:spPr>
          <a:xfrm>
            <a:off x="5574889" y="870146"/>
            <a:ext cx="4758814" cy="2455523"/>
          </a:xfrm>
          <a:prstGeom prst="rect">
            <a:avLst/>
          </a:prstGeom>
        </p:spPr>
      </p:pic>
      <p:pic>
        <p:nvPicPr>
          <p:cNvPr id="19" name="Picture 18">
            <a:extLst>
              <a:ext uri="{FF2B5EF4-FFF2-40B4-BE49-F238E27FC236}">
                <a16:creationId xmlns:a16="http://schemas.microsoft.com/office/drawing/2014/main" id="{9A09CF59-EB3E-9F8C-3517-3A1FE721D9EB}"/>
              </a:ext>
            </a:extLst>
          </p:cNvPr>
          <p:cNvPicPr>
            <a:picLocks noChangeAspect="1"/>
          </p:cNvPicPr>
          <p:nvPr/>
        </p:nvPicPr>
        <p:blipFill>
          <a:blip r:embed="rId4"/>
          <a:stretch>
            <a:fillRect/>
          </a:stretch>
        </p:blipFill>
        <p:spPr>
          <a:xfrm>
            <a:off x="206478" y="3455834"/>
            <a:ext cx="4965290" cy="2608005"/>
          </a:xfrm>
          <a:prstGeom prst="rect">
            <a:avLst/>
          </a:prstGeom>
        </p:spPr>
      </p:pic>
      <p:pic>
        <p:nvPicPr>
          <p:cNvPr id="30" name="Picture 29">
            <a:extLst>
              <a:ext uri="{FF2B5EF4-FFF2-40B4-BE49-F238E27FC236}">
                <a16:creationId xmlns:a16="http://schemas.microsoft.com/office/drawing/2014/main" id="{963A6B38-7AA3-FBC8-ADC2-B02DCCD77C58}"/>
              </a:ext>
            </a:extLst>
          </p:cNvPr>
          <p:cNvPicPr>
            <a:picLocks noChangeAspect="1"/>
          </p:cNvPicPr>
          <p:nvPr/>
        </p:nvPicPr>
        <p:blipFill>
          <a:blip r:embed="rId5"/>
          <a:stretch>
            <a:fillRect/>
          </a:stretch>
        </p:blipFill>
        <p:spPr>
          <a:xfrm>
            <a:off x="5574889" y="3455834"/>
            <a:ext cx="6213989" cy="2608005"/>
          </a:xfrm>
          <a:prstGeom prst="rect">
            <a:avLst/>
          </a:prstGeom>
        </p:spPr>
      </p:pic>
    </p:spTree>
    <p:extLst>
      <p:ext uri="{BB962C8B-B14F-4D97-AF65-F5344CB8AC3E}">
        <p14:creationId xmlns:p14="http://schemas.microsoft.com/office/powerpoint/2010/main" val="2910310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9136-E563-DA42-E29A-D9F644CB1F4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B9FCF2-8D15-2B47-D4F6-79112AA357AB}"/>
              </a:ext>
            </a:extLst>
          </p:cNvPr>
          <p:cNvSpPr>
            <a:spLocks noGrp="1"/>
          </p:cNvSpPr>
          <p:nvPr>
            <p:ph type="sldNum" sz="quarter" idx="4"/>
          </p:nvPr>
        </p:nvSpPr>
        <p:spPr/>
        <p:txBody>
          <a:bodyPr/>
          <a:lstStyle/>
          <a:p>
            <a:fld id="{07A38AFC-035F-5C43-87B1-75BBD75E799E}" type="slidenum">
              <a:rPr lang="en-US" smtClean="0"/>
              <a:pPr/>
              <a:t>8</a:t>
            </a:fld>
            <a:endParaRPr lang="en-US"/>
          </a:p>
        </p:txBody>
      </p:sp>
      <p:pic>
        <p:nvPicPr>
          <p:cNvPr id="24" name="Picture 23">
            <a:extLst>
              <a:ext uri="{FF2B5EF4-FFF2-40B4-BE49-F238E27FC236}">
                <a16:creationId xmlns:a16="http://schemas.microsoft.com/office/drawing/2014/main" id="{EDAE95AE-6146-5C4C-CE02-AA106C00587C}"/>
              </a:ext>
            </a:extLst>
          </p:cNvPr>
          <p:cNvPicPr>
            <a:picLocks noChangeAspect="1"/>
          </p:cNvPicPr>
          <p:nvPr/>
        </p:nvPicPr>
        <p:blipFill>
          <a:blip r:embed="rId2"/>
          <a:stretch>
            <a:fillRect/>
          </a:stretch>
        </p:blipFill>
        <p:spPr>
          <a:xfrm>
            <a:off x="231795" y="3305409"/>
            <a:ext cx="5638061" cy="3038717"/>
          </a:xfrm>
          <a:prstGeom prst="rect">
            <a:avLst/>
          </a:prstGeom>
        </p:spPr>
      </p:pic>
      <p:pic>
        <p:nvPicPr>
          <p:cNvPr id="26" name="Picture 25">
            <a:extLst>
              <a:ext uri="{FF2B5EF4-FFF2-40B4-BE49-F238E27FC236}">
                <a16:creationId xmlns:a16="http://schemas.microsoft.com/office/drawing/2014/main" id="{6EE14E44-1DAD-00D7-B935-D4A1499C1B22}"/>
              </a:ext>
            </a:extLst>
          </p:cNvPr>
          <p:cNvPicPr>
            <a:picLocks noChangeAspect="1"/>
          </p:cNvPicPr>
          <p:nvPr/>
        </p:nvPicPr>
        <p:blipFill>
          <a:blip r:embed="rId3"/>
          <a:stretch>
            <a:fillRect/>
          </a:stretch>
        </p:blipFill>
        <p:spPr>
          <a:xfrm>
            <a:off x="231796" y="224251"/>
            <a:ext cx="5638061" cy="2965167"/>
          </a:xfrm>
          <a:prstGeom prst="rect">
            <a:avLst/>
          </a:prstGeom>
        </p:spPr>
      </p:pic>
      <p:pic>
        <p:nvPicPr>
          <p:cNvPr id="29" name="Picture 28">
            <a:extLst>
              <a:ext uri="{FF2B5EF4-FFF2-40B4-BE49-F238E27FC236}">
                <a16:creationId xmlns:a16="http://schemas.microsoft.com/office/drawing/2014/main" id="{8CDB4863-3BE0-6F25-7A0E-25407B7CD563}"/>
              </a:ext>
            </a:extLst>
          </p:cNvPr>
          <p:cNvPicPr>
            <a:picLocks noChangeAspect="1"/>
          </p:cNvPicPr>
          <p:nvPr/>
        </p:nvPicPr>
        <p:blipFill>
          <a:blip r:embed="rId4"/>
          <a:stretch>
            <a:fillRect/>
          </a:stretch>
        </p:blipFill>
        <p:spPr>
          <a:xfrm>
            <a:off x="5968181" y="2845698"/>
            <a:ext cx="5909187" cy="3498428"/>
          </a:xfrm>
          <a:prstGeom prst="rect">
            <a:avLst/>
          </a:prstGeom>
        </p:spPr>
      </p:pic>
      <p:pic>
        <p:nvPicPr>
          <p:cNvPr id="31" name="Picture 30">
            <a:extLst>
              <a:ext uri="{FF2B5EF4-FFF2-40B4-BE49-F238E27FC236}">
                <a16:creationId xmlns:a16="http://schemas.microsoft.com/office/drawing/2014/main" id="{51693473-68AD-9ADB-3CC1-6930D1812F73}"/>
              </a:ext>
            </a:extLst>
          </p:cNvPr>
          <p:cNvPicPr>
            <a:picLocks noChangeAspect="1"/>
          </p:cNvPicPr>
          <p:nvPr/>
        </p:nvPicPr>
        <p:blipFill>
          <a:blip r:embed="rId5"/>
          <a:stretch>
            <a:fillRect/>
          </a:stretch>
        </p:blipFill>
        <p:spPr>
          <a:xfrm>
            <a:off x="6096000" y="224251"/>
            <a:ext cx="5781368" cy="2561740"/>
          </a:xfrm>
          <a:prstGeom prst="rect">
            <a:avLst/>
          </a:prstGeom>
        </p:spPr>
      </p:pic>
    </p:spTree>
    <p:extLst>
      <p:ext uri="{BB962C8B-B14F-4D97-AF65-F5344CB8AC3E}">
        <p14:creationId xmlns:p14="http://schemas.microsoft.com/office/powerpoint/2010/main" val="4067176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C4691-1F3D-1CB2-FB5F-1F7641D2A29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EE79ED4B-AEF6-A990-6D6F-CB949FD14189}"/>
              </a:ext>
            </a:extLst>
          </p:cNvPr>
          <p:cNvSpPr/>
          <p:nvPr/>
        </p:nvSpPr>
        <p:spPr>
          <a:xfrm>
            <a:off x="4267200" y="0"/>
            <a:ext cx="7924799" cy="685800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A7FA461-999B-72DC-3FF3-D844DDD63D64}"/>
              </a:ext>
            </a:extLst>
          </p:cNvPr>
          <p:cNvSpPr>
            <a:spLocks noGrp="1"/>
          </p:cNvSpPr>
          <p:nvPr>
            <p:ph type="title"/>
          </p:nvPr>
        </p:nvSpPr>
        <p:spPr>
          <a:xfrm>
            <a:off x="324466" y="392856"/>
            <a:ext cx="6456010" cy="369332"/>
          </a:xfrm>
          <a:prstGeom prst="rect">
            <a:avLst/>
          </a:prstGeom>
        </p:spPr>
        <p:txBody>
          <a:bodyPr/>
          <a:lstStyle/>
          <a:p>
            <a:r>
              <a:rPr lang="fr-FR" dirty="0"/>
              <a:t>Q&amp;A </a:t>
            </a:r>
            <a:r>
              <a:rPr lang="fr-FR" dirty="0" err="1"/>
              <a:t>Capabilities</a:t>
            </a:r>
            <a:r>
              <a:rPr lang="fr-FR" dirty="0"/>
              <a:t> &amp; </a:t>
            </a:r>
            <a:r>
              <a:rPr lang="fr-FR" dirty="0" err="1"/>
              <a:t>Technical</a:t>
            </a:r>
            <a:r>
              <a:rPr lang="fr-FR" dirty="0"/>
              <a:t> Excellence</a:t>
            </a:r>
            <a:endParaRPr lang="en-US" b="0" dirty="0">
              <a:solidFill>
                <a:schemeClr val="tx2"/>
              </a:solidFill>
            </a:endParaRPr>
          </a:p>
        </p:txBody>
      </p:sp>
      <p:sp>
        <p:nvSpPr>
          <p:cNvPr id="6" name="Slide Number Placeholder 5">
            <a:extLst>
              <a:ext uri="{FF2B5EF4-FFF2-40B4-BE49-F238E27FC236}">
                <a16:creationId xmlns:a16="http://schemas.microsoft.com/office/drawing/2014/main" id="{020BD565-B8D0-2BEB-F419-A904A34350C6}"/>
              </a:ext>
            </a:extLst>
          </p:cNvPr>
          <p:cNvSpPr>
            <a:spLocks noGrp="1"/>
          </p:cNvSpPr>
          <p:nvPr>
            <p:ph type="sldNum" sz="quarter" idx="4"/>
          </p:nvPr>
        </p:nvSpPr>
        <p:spPr/>
        <p:txBody>
          <a:bodyPr/>
          <a:lstStyle/>
          <a:p>
            <a:fld id="{07A38AFC-035F-5C43-87B1-75BBD75E799E}" type="slidenum">
              <a:rPr lang="en-US" smtClean="0"/>
              <a:pPr/>
              <a:t>9</a:t>
            </a:fld>
            <a:endParaRPr lang="en-US"/>
          </a:p>
        </p:txBody>
      </p:sp>
      <p:sp>
        <p:nvSpPr>
          <p:cNvPr id="4" name="Text Placeholder 27">
            <a:extLst>
              <a:ext uri="{FF2B5EF4-FFF2-40B4-BE49-F238E27FC236}">
                <a16:creationId xmlns:a16="http://schemas.microsoft.com/office/drawing/2014/main" id="{172BAF76-8276-D4DC-A04E-0FB32E44A1E3}"/>
              </a:ext>
            </a:extLst>
          </p:cNvPr>
          <p:cNvSpPr>
            <a:spLocks noGrp="1"/>
          </p:cNvSpPr>
          <p:nvPr>
            <p:ph type="body" sz="half" idx="2"/>
          </p:nvPr>
        </p:nvSpPr>
        <p:spPr>
          <a:xfrm>
            <a:off x="324466" y="1464650"/>
            <a:ext cx="3834580" cy="4711179"/>
          </a:xfrm>
        </p:spPr>
        <p:txBody>
          <a:bodyPr/>
          <a:lstStyle/>
          <a:p>
            <a:pPr algn="just">
              <a:lnSpc>
                <a:spcPct val="100000"/>
              </a:lnSpc>
            </a:pPr>
            <a:r>
              <a:rPr lang="en-US" sz="1200" dirty="0"/>
              <a:t>❓ Example Questions the System Can Answer:</a:t>
            </a:r>
          </a:p>
          <a:p>
            <a:pPr algn="just">
              <a:lnSpc>
                <a:spcPct val="100000"/>
              </a:lnSpc>
            </a:pPr>
            <a:r>
              <a:rPr lang="en-US" sz="1200" dirty="0"/>
              <a:t>1. "Why is Store A performing better than Store B?"</a:t>
            </a:r>
          </a:p>
          <a:p>
            <a:pPr algn="just">
              <a:lnSpc>
                <a:spcPct val="100000"/>
              </a:lnSpc>
            </a:pPr>
            <a:r>
              <a:rPr lang="en-US" sz="1200" dirty="0"/>
              <a:t>   → Analyzes sentiment, visual metrics, staffing, sales data; identifies key differentiators</a:t>
            </a:r>
          </a:p>
          <a:p>
            <a:pPr algn="just">
              <a:lnSpc>
                <a:spcPct val="100000"/>
              </a:lnSpc>
            </a:pPr>
            <a:r>
              <a:rPr lang="en-US" sz="1200" dirty="0"/>
              <a:t>2. "What are the early warning signals for declining performance?"</a:t>
            </a:r>
          </a:p>
          <a:p>
            <a:pPr algn="just">
              <a:lnSpc>
                <a:spcPct val="100000"/>
              </a:lnSpc>
            </a:pPr>
            <a:r>
              <a:rPr lang="en-US" sz="1200" dirty="0"/>
              <a:t>   → Correlates metrics, identifies patterns, predicts issues before they escalate</a:t>
            </a:r>
          </a:p>
          <a:p>
            <a:pPr algn="just">
              <a:lnSpc>
                <a:spcPct val="100000"/>
              </a:lnSpc>
            </a:pPr>
            <a:r>
              <a:rPr lang="en-US" sz="1200" dirty="0"/>
              <a:t>3. "Which stores need more staff based on queue lengths?"</a:t>
            </a:r>
          </a:p>
          <a:p>
            <a:pPr algn="just">
              <a:lnSpc>
                <a:spcPct val="100000"/>
              </a:lnSpc>
            </a:pPr>
            <a:r>
              <a:rPr lang="en-US" sz="1200" dirty="0"/>
              <a:t>   → Analyzes visual data, compares staffing levels, provides specific recommendations</a:t>
            </a:r>
          </a:p>
          <a:p>
            <a:pPr algn="just">
              <a:lnSpc>
                <a:spcPct val="100000"/>
              </a:lnSpc>
            </a:pPr>
            <a:r>
              <a:rPr lang="en-US" sz="1200" dirty="0"/>
              <a:t>4. "How does cleanliness affect customer sentiment?"</a:t>
            </a:r>
          </a:p>
          <a:p>
            <a:pPr algn="just">
              <a:lnSpc>
                <a:spcPct val="100000"/>
              </a:lnSpc>
            </a:pPr>
            <a:r>
              <a:rPr lang="en-US" sz="1200" dirty="0"/>
              <a:t>   → Correlates visual cleanliness scores with sentiment themes, shows impact on ratings</a:t>
            </a:r>
          </a:p>
          <a:p>
            <a:pPr algn="just">
              <a:lnSpc>
                <a:spcPct val="100000"/>
              </a:lnSpc>
            </a:pPr>
            <a:r>
              <a:rPr lang="en-US" sz="1200" dirty="0"/>
              <a:t>5. "What factors most influence sales performance?"</a:t>
            </a:r>
          </a:p>
          <a:p>
            <a:pPr algn="just">
              <a:lnSpc>
                <a:spcPct val="100000"/>
              </a:lnSpc>
            </a:pPr>
            <a:r>
              <a:rPr lang="en-US" sz="1200" dirty="0"/>
              <a:t>   → Multi-variate analysis across all data sources, weighted importance ranking</a:t>
            </a:r>
          </a:p>
        </p:txBody>
      </p:sp>
      <p:sp>
        <p:nvSpPr>
          <p:cNvPr id="3" name="Title 1">
            <a:extLst>
              <a:ext uri="{FF2B5EF4-FFF2-40B4-BE49-F238E27FC236}">
                <a16:creationId xmlns:a16="http://schemas.microsoft.com/office/drawing/2014/main" id="{E2CA734A-F42F-6098-D29A-4FA76BA257D6}"/>
              </a:ext>
            </a:extLst>
          </p:cNvPr>
          <p:cNvSpPr txBox="1">
            <a:spLocks/>
          </p:cNvSpPr>
          <p:nvPr/>
        </p:nvSpPr>
        <p:spPr>
          <a:xfrm>
            <a:off x="324466" y="1027658"/>
            <a:ext cx="3942734" cy="307777"/>
          </a:xfrm>
          <a:prstGeom prst="rect">
            <a:avLst/>
          </a:prstGeom>
        </p:spPr>
        <p:txBody>
          <a:bodyPr wrap="square" lIns="0" tIns="0" rIns="0" bIns="0">
            <a:spAutoFit/>
          </a:bodyPr>
          <a:lstStyle>
            <a:lvl1pPr algn="l" defTabSz="914400" rtl="0" eaLnBrk="1" latinLnBrk="0" hangingPunct="1">
              <a:lnSpc>
                <a:spcPct val="100000"/>
              </a:lnSpc>
              <a:spcBef>
                <a:spcPct val="0"/>
              </a:spcBef>
              <a:buNone/>
              <a:defRPr sz="2400" b="1" i="0" kern="1200" spc="-20" baseline="0">
                <a:solidFill>
                  <a:schemeClr val="tx1"/>
                </a:solidFill>
                <a:latin typeface="Messina Sans" pitchFamily="2" charset="77"/>
                <a:ea typeface="+mj-ea"/>
                <a:cs typeface="Messina Sans" pitchFamily="2" charset="77"/>
              </a:defRPr>
            </a:lvl1pPr>
          </a:lstStyle>
          <a:p>
            <a:r>
              <a:rPr lang="en-US" sz="2000" dirty="0">
                <a:solidFill>
                  <a:schemeClr val="tx2"/>
                </a:solidFill>
              </a:rPr>
              <a:t>AI-Powered Question Answering</a:t>
            </a:r>
          </a:p>
        </p:txBody>
      </p:sp>
      <p:sp>
        <p:nvSpPr>
          <p:cNvPr id="5" name="Title 1">
            <a:extLst>
              <a:ext uri="{FF2B5EF4-FFF2-40B4-BE49-F238E27FC236}">
                <a16:creationId xmlns:a16="http://schemas.microsoft.com/office/drawing/2014/main" id="{4DC93288-05F0-4633-61B9-D600AB0992B3}"/>
              </a:ext>
            </a:extLst>
          </p:cNvPr>
          <p:cNvSpPr txBox="1">
            <a:spLocks/>
          </p:cNvSpPr>
          <p:nvPr/>
        </p:nvSpPr>
        <p:spPr>
          <a:xfrm>
            <a:off x="6862915" y="1027658"/>
            <a:ext cx="4940710" cy="307777"/>
          </a:xfrm>
          <a:prstGeom prst="rect">
            <a:avLst/>
          </a:prstGeom>
        </p:spPr>
        <p:txBody>
          <a:bodyPr wrap="square" lIns="0" tIns="0" rIns="0" bIns="0">
            <a:spAutoFit/>
          </a:bodyPr>
          <a:lstStyle>
            <a:lvl1pPr algn="l" defTabSz="914400" rtl="0" eaLnBrk="1" latinLnBrk="0" hangingPunct="1">
              <a:lnSpc>
                <a:spcPct val="100000"/>
              </a:lnSpc>
              <a:spcBef>
                <a:spcPct val="0"/>
              </a:spcBef>
              <a:buNone/>
              <a:defRPr sz="2400" b="1" i="0" kern="1200" spc="-20" baseline="0">
                <a:solidFill>
                  <a:schemeClr val="tx1"/>
                </a:solidFill>
                <a:latin typeface="Messina Sans" pitchFamily="2" charset="77"/>
                <a:ea typeface="+mj-ea"/>
                <a:cs typeface="Messina Sans" pitchFamily="2" charset="77"/>
              </a:defRPr>
            </a:lvl1pPr>
          </a:lstStyle>
          <a:p>
            <a:r>
              <a:rPr lang="en-US" sz="2000" dirty="0">
                <a:solidFill>
                  <a:schemeClr val="tx2"/>
                </a:solidFill>
              </a:rPr>
              <a:t>Technical Excellence &amp; Innovation</a:t>
            </a:r>
          </a:p>
        </p:txBody>
      </p:sp>
      <p:sp>
        <p:nvSpPr>
          <p:cNvPr id="7" name="Text Placeholder 27">
            <a:extLst>
              <a:ext uri="{FF2B5EF4-FFF2-40B4-BE49-F238E27FC236}">
                <a16:creationId xmlns:a16="http://schemas.microsoft.com/office/drawing/2014/main" id="{39C49F95-2522-4AE2-837F-9292CBF78CEC}"/>
              </a:ext>
            </a:extLst>
          </p:cNvPr>
          <p:cNvSpPr txBox="1">
            <a:spLocks/>
          </p:cNvSpPr>
          <p:nvPr/>
        </p:nvSpPr>
        <p:spPr>
          <a:xfrm>
            <a:off x="4621161" y="1722044"/>
            <a:ext cx="3342968" cy="3313728"/>
          </a:xfrm>
          <a:prstGeom prst="rect">
            <a:avLst/>
          </a:prstGeom>
        </p:spPr>
        <p:txBody>
          <a:bodyPr wrap="square" lIns="0" tIns="0" rIns="0" bIns="0" numCol="1">
            <a:spAutoFit/>
          </a:bodyPr>
          <a:lstStyle>
            <a:lvl1pPr marL="0" indent="0" algn="l" defTabSz="914400" rtl="0" eaLnBrk="1" latinLnBrk="0" hangingPunct="1">
              <a:lnSpc>
                <a:spcPct val="110000"/>
              </a:lnSpc>
              <a:spcBef>
                <a:spcPts val="1000"/>
              </a:spcBef>
              <a:buFont typeface="Arial" panose="020B0604020202020204" pitchFamily="34" charset="0"/>
              <a:buNone/>
              <a:defRPr sz="1400" b="0" i="0" kern="1200" spc="-20" baseline="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just">
              <a:lnSpc>
                <a:spcPct val="100000"/>
              </a:lnSpc>
            </a:pPr>
            <a:r>
              <a:rPr lang="en-US" sz="1200" dirty="0"/>
              <a:t>🏗️ ARCHITECTURE</a:t>
            </a:r>
          </a:p>
          <a:p>
            <a:pPr algn="just">
              <a:lnSpc>
                <a:spcPct val="100000"/>
              </a:lnSpc>
            </a:pPr>
            <a:r>
              <a:rPr lang="en-US" sz="1200" dirty="0"/>
              <a:t>• Agentic AI Design Pattern</a:t>
            </a:r>
          </a:p>
          <a:p>
            <a:pPr algn="just">
              <a:lnSpc>
                <a:spcPct val="100000"/>
              </a:lnSpc>
            </a:pPr>
            <a:r>
              <a:rPr lang="en-US" sz="1200" dirty="0"/>
              <a:t>• Async </a:t>
            </a:r>
            <a:r>
              <a:rPr lang="en-US" sz="1200" dirty="0" err="1"/>
              <a:t>FastAPI</a:t>
            </a:r>
            <a:r>
              <a:rPr lang="en-US" sz="1200" dirty="0"/>
              <a:t> for performance</a:t>
            </a:r>
          </a:p>
          <a:p>
            <a:pPr algn="just">
              <a:lnSpc>
                <a:spcPct val="100000"/>
              </a:lnSpc>
            </a:pPr>
            <a:r>
              <a:rPr lang="en-US" sz="1200" dirty="0"/>
              <a:t>• Vector embeddings for all data</a:t>
            </a:r>
          </a:p>
          <a:p>
            <a:pPr algn="just">
              <a:lnSpc>
                <a:spcPct val="100000"/>
              </a:lnSpc>
            </a:pPr>
            <a:r>
              <a:rPr lang="en-US" sz="1200" dirty="0"/>
              <a:t>• Real-time processing pipeline</a:t>
            </a:r>
          </a:p>
          <a:p>
            <a:pPr algn="just">
              <a:lnSpc>
                <a:spcPct val="100000"/>
              </a:lnSpc>
            </a:pPr>
            <a:r>
              <a:rPr lang="en-US" sz="1200" dirty="0"/>
              <a:t>🤖 AI/ML CAPABILITIES</a:t>
            </a:r>
          </a:p>
          <a:p>
            <a:pPr algn="just">
              <a:lnSpc>
                <a:spcPct val="100000"/>
              </a:lnSpc>
            </a:pPr>
            <a:r>
              <a:rPr lang="en-US" sz="1200" dirty="0"/>
              <a:t>• GPT for natural language understanding</a:t>
            </a:r>
          </a:p>
          <a:p>
            <a:pPr algn="just">
              <a:lnSpc>
                <a:spcPct val="100000"/>
              </a:lnSpc>
            </a:pPr>
            <a:r>
              <a:rPr lang="en-US" sz="1200" dirty="0"/>
              <a:t>• GPT for image/video analysis</a:t>
            </a:r>
          </a:p>
          <a:p>
            <a:pPr algn="just">
              <a:lnSpc>
                <a:spcPct val="100000"/>
              </a:lnSpc>
            </a:pPr>
            <a:r>
              <a:rPr lang="en-US" sz="1200" dirty="0"/>
              <a:t>• Text embedding for vectors</a:t>
            </a:r>
          </a:p>
          <a:p>
            <a:pPr algn="just">
              <a:lnSpc>
                <a:spcPct val="100000"/>
              </a:lnSpc>
            </a:pPr>
            <a:r>
              <a:rPr lang="en-US" sz="1200" dirty="0"/>
              <a:t>• Context-aware agent reasoning</a:t>
            </a:r>
          </a:p>
          <a:p>
            <a:pPr algn="just">
              <a:lnSpc>
                <a:spcPct val="100000"/>
              </a:lnSpc>
            </a:pPr>
            <a:endParaRPr lang="en-US" sz="1200" dirty="0"/>
          </a:p>
        </p:txBody>
      </p:sp>
      <p:sp>
        <p:nvSpPr>
          <p:cNvPr id="8" name="Text Placeholder 27">
            <a:extLst>
              <a:ext uri="{FF2B5EF4-FFF2-40B4-BE49-F238E27FC236}">
                <a16:creationId xmlns:a16="http://schemas.microsoft.com/office/drawing/2014/main" id="{ADA243CA-25E2-A35C-25FF-98EC3FC6E0FC}"/>
              </a:ext>
            </a:extLst>
          </p:cNvPr>
          <p:cNvSpPr txBox="1">
            <a:spLocks/>
          </p:cNvSpPr>
          <p:nvPr/>
        </p:nvSpPr>
        <p:spPr>
          <a:xfrm>
            <a:off x="7977304" y="1722044"/>
            <a:ext cx="3342968" cy="3313728"/>
          </a:xfrm>
          <a:prstGeom prst="rect">
            <a:avLst/>
          </a:prstGeom>
        </p:spPr>
        <p:txBody>
          <a:bodyPr wrap="square" lIns="0" tIns="0" rIns="0" bIns="0" numCol="1">
            <a:spAutoFit/>
          </a:bodyPr>
          <a:lstStyle>
            <a:lvl1pPr marL="0" indent="0" algn="l" defTabSz="914400" rtl="0" eaLnBrk="1" latinLnBrk="0" hangingPunct="1">
              <a:lnSpc>
                <a:spcPct val="110000"/>
              </a:lnSpc>
              <a:spcBef>
                <a:spcPts val="1000"/>
              </a:spcBef>
              <a:buFont typeface="Arial" panose="020B0604020202020204" pitchFamily="34" charset="0"/>
              <a:buNone/>
              <a:defRPr sz="1400" b="0" i="0" kern="1200" spc="-20" baseline="0">
                <a:solidFill>
                  <a:schemeClr val="tx2"/>
                </a:solidFill>
                <a:latin typeface="Messina Sans" pitchFamily="2" charset="77"/>
                <a:ea typeface="+mn-ea"/>
                <a:cs typeface="Messina Sa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essina Sans Book" pitchFamily="2" charset="77"/>
                <a:ea typeface="+mn-ea"/>
                <a:cs typeface="Messina Sans Book"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essina Sans Book" pitchFamily="2" charset="77"/>
                <a:ea typeface="+mn-ea"/>
                <a:cs typeface="Messina Sans Book"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essina Sans Book" pitchFamily="2" charset="77"/>
                <a:ea typeface="+mn-ea"/>
                <a:cs typeface="Messina Sans Book" pitchFamily="2" charset="77"/>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just">
              <a:lnSpc>
                <a:spcPct val="100000"/>
              </a:lnSpc>
            </a:pPr>
            <a:r>
              <a:rPr lang="en-US" sz="1200" dirty="0"/>
              <a:t>🔒 DEPLOYMENT-READY</a:t>
            </a:r>
          </a:p>
          <a:p>
            <a:pPr algn="just">
              <a:lnSpc>
                <a:spcPct val="100000"/>
              </a:lnSpc>
            </a:pPr>
            <a:r>
              <a:rPr lang="en-US" sz="1200" dirty="0"/>
              <a:t>• Comprehensive error handling</a:t>
            </a:r>
          </a:p>
          <a:p>
            <a:pPr algn="just">
              <a:lnSpc>
                <a:spcPct val="100000"/>
              </a:lnSpc>
            </a:pPr>
            <a:r>
              <a:rPr lang="en-US" sz="1200" dirty="0"/>
              <a:t>• Structured logging throughout</a:t>
            </a:r>
          </a:p>
          <a:p>
            <a:pPr algn="just">
              <a:lnSpc>
                <a:spcPct val="100000"/>
              </a:lnSpc>
            </a:pPr>
            <a:r>
              <a:rPr lang="en-US" sz="1200" dirty="0"/>
              <a:t>• Mock mode for testing</a:t>
            </a:r>
          </a:p>
          <a:p>
            <a:pPr algn="just">
              <a:lnSpc>
                <a:spcPct val="100000"/>
              </a:lnSpc>
            </a:pPr>
            <a:r>
              <a:rPr lang="en-US" sz="1200" dirty="0"/>
              <a:t>• Configurable business logic</a:t>
            </a:r>
          </a:p>
          <a:p>
            <a:pPr algn="just">
              <a:lnSpc>
                <a:spcPct val="100000"/>
              </a:lnSpc>
            </a:pPr>
            <a:r>
              <a:rPr lang="en-US" sz="1200" dirty="0"/>
              <a:t>⚡ PERFORMANCE</a:t>
            </a:r>
          </a:p>
          <a:p>
            <a:pPr algn="just">
              <a:lnSpc>
                <a:spcPct val="100000"/>
              </a:lnSpc>
            </a:pPr>
            <a:r>
              <a:rPr lang="en-US" sz="1200" dirty="0"/>
              <a:t>• Efficient request handling</a:t>
            </a:r>
          </a:p>
          <a:p>
            <a:pPr algn="just">
              <a:lnSpc>
                <a:spcPct val="100000"/>
              </a:lnSpc>
            </a:pPr>
            <a:r>
              <a:rPr lang="en-US" sz="1200" dirty="0"/>
              <a:t>• Efficient vector similarity search</a:t>
            </a:r>
          </a:p>
          <a:p>
            <a:pPr algn="just">
              <a:lnSpc>
                <a:spcPct val="100000"/>
              </a:lnSpc>
            </a:pPr>
            <a:r>
              <a:rPr lang="en-US" sz="1200" dirty="0"/>
              <a:t>• Streaming responses for large data</a:t>
            </a:r>
          </a:p>
          <a:p>
            <a:pPr algn="just">
              <a:lnSpc>
                <a:spcPct val="100000"/>
              </a:lnSpc>
            </a:pPr>
            <a:r>
              <a:rPr lang="en-US" sz="1200" dirty="0"/>
              <a:t>• Optimized embedding generation</a:t>
            </a:r>
          </a:p>
          <a:p>
            <a:pPr algn="just">
              <a:lnSpc>
                <a:spcPct val="100000"/>
              </a:lnSpc>
            </a:pPr>
            <a:endParaRPr lang="en-US" sz="1200" dirty="0"/>
          </a:p>
        </p:txBody>
      </p:sp>
    </p:spTree>
    <p:extLst>
      <p:ext uri="{BB962C8B-B14F-4D97-AF65-F5344CB8AC3E}">
        <p14:creationId xmlns:p14="http://schemas.microsoft.com/office/powerpoint/2010/main" val="2761477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BDC015-26BE-6373-4F3B-CC856EFFB2EE}"/>
              </a:ext>
            </a:extLst>
          </p:cNvPr>
          <p:cNvSpPr>
            <a:spLocks noGrp="1"/>
          </p:cNvSpPr>
          <p:nvPr>
            <p:ph type="title"/>
          </p:nvPr>
        </p:nvSpPr>
        <p:spPr/>
        <p:txBody>
          <a:bodyPr/>
          <a:lstStyle/>
          <a:p>
            <a:r>
              <a:rPr lang="en-US"/>
              <a:t>Thank you</a:t>
            </a:r>
          </a:p>
        </p:txBody>
      </p:sp>
      <p:sp>
        <p:nvSpPr>
          <p:cNvPr id="4" name="Slide Number Placeholder 3">
            <a:extLst>
              <a:ext uri="{FF2B5EF4-FFF2-40B4-BE49-F238E27FC236}">
                <a16:creationId xmlns:a16="http://schemas.microsoft.com/office/drawing/2014/main" id="{55602103-D0A9-E57F-BA6D-1E83D46AD6F5}"/>
              </a:ext>
            </a:extLst>
          </p:cNvPr>
          <p:cNvSpPr>
            <a:spLocks noGrp="1"/>
          </p:cNvSpPr>
          <p:nvPr>
            <p:ph type="sldNum" sz="quarter" idx="4294967295"/>
          </p:nvPr>
        </p:nvSpPr>
        <p:spPr>
          <a:xfrm>
            <a:off x="10893425" y="6481763"/>
            <a:ext cx="1298575" cy="138112"/>
          </a:xfrm>
        </p:spPr>
        <p:txBody>
          <a:bodyPr/>
          <a:lstStyle/>
          <a:p>
            <a:fld id="{07A38AFC-035F-5C43-87B1-75BBD75E799E}" type="slidenum">
              <a:rPr lang="en-US" smtClean="0"/>
              <a:pPr/>
              <a:t>10</a:t>
            </a:fld>
            <a:endParaRPr lang="en-US"/>
          </a:p>
        </p:txBody>
      </p:sp>
    </p:spTree>
    <p:extLst>
      <p:ext uri="{BB962C8B-B14F-4D97-AF65-F5344CB8AC3E}">
        <p14:creationId xmlns:p14="http://schemas.microsoft.com/office/powerpoint/2010/main" val="3762208935"/>
      </p:ext>
    </p:extLst>
  </p:cSld>
  <p:clrMapOvr>
    <a:masterClrMapping/>
  </p:clrMapOvr>
</p:sld>
</file>

<file path=ppt/theme/theme1.xml><?xml version="1.0" encoding="utf-8"?>
<a:theme xmlns:a="http://schemas.openxmlformats.org/drawingml/2006/main" name="Accordion Slide Master - 2024">
  <a:themeElements>
    <a:clrScheme name="Custom 3">
      <a:dk1>
        <a:srgbClr val="1F242F"/>
      </a:dk1>
      <a:lt1>
        <a:srgbClr val="FFFFFF"/>
      </a:lt1>
      <a:dk2>
        <a:srgbClr val="5D6471"/>
      </a:dk2>
      <a:lt2>
        <a:srgbClr val="F2F3F9"/>
      </a:lt2>
      <a:accent1>
        <a:srgbClr val="EEFB87"/>
      </a:accent1>
      <a:accent2>
        <a:srgbClr val="BF9856"/>
      </a:accent2>
      <a:accent3>
        <a:srgbClr val="3BA183"/>
      </a:accent3>
      <a:accent4>
        <a:srgbClr val="91C1F2"/>
      </a:accent4>
      <a:accent5>
        <a:srgbClr val="EADCF5"/>
      </a:accent5>
      <a:accent6>
        <a:srgbClr val="383F49"/>
      </a:accent6>
      <a:hlink>
        <a:srgbClr val="0563C1"/>
      </a:hlink>
      <a:folHlink>
        <a:srgbClr val="954F72"/>
      </a:folHlink>
    </a:clrScheme>
    <a:fontScheme name="Accordion Brand 2024 - Fonts">
      <a:majorFont>
        <a:latin typeface="Messina Sans"/>
        <a:ea typeface=""/>
        <a:cs typeface=""/>
      </a:majorFont>
      <a:minorFont>
        <a:latin typeface="Messin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marL="0" indent="0" algn="l">
          <a:lnSpc>
            <a:spcPct val="120000"/>
          </a:lnSpc>
          <a:buNone/>
          <a:defRPr sz="1000" spc="-20" dirty="0" smtClean="0">
            <a:solidFill>
              <a:schemeClr val="tx2"/>
            </a:solidFill>
            <a:latin typeface="Messina Sans" pitchFamily="2" charset="77"/>
            <a:cs typeface="Messina Sans" pitchFamily="2" charset="77"/>
          </a:defRPr>
        </a:defPPr>
      </a:lstStyle>
    </a:txDef>
  </a:objectDefaults>
  <a:extraClrSchemeLst/>
  <a:extLst>
    <a:ext uri="{05A4C25C-085E-4340-85A3-A5531E510DB2}">
      <thm15:themeFamily xmlns:thm15="http://schemas.microsoft.com/office/thememl/2012/main" name="Accordion - Powerpoint Template 2024" id="{B61AA16C-9392-4606-866B-A79E6CE19C7F}" vid="{3BF36FC9-5713-4D46-AC54-5EB199BD92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TaxCatchAll xmlns="91e52936-3318-4530-bf30-ae74b8b84936" xsi:nil="true"/>
    <SharedWithUsers xmlns="f2f9e722-2908-4f45-ba69-ad9b73855325">
      <UserInfo>
        <DisplayName>Ashton Erickson</DisplayName>
        <AccountId>207</AccountId>
        <AccountType/>
      </UserInfo>
    </SharedWithUsers>
    <lcf76f155ced4ddcb4097134ff3c332f xmlns="545cd914-5930-4cb5-9baa-b9fab57a369a">
      <Terms xmlns="http://schemas.microsoft.com/office/infopath/2007/PartnerControls"/>
    </lcf76f155ced4ddcb4097134ff3c332f>
    <Brief_x0020_Description xmlns="545cd914-5930-4cb5-9baa-b9fab57a369a">This is the Accordion template that could be used for internal and client presentations.</Brief_x0020_Description>
    <Category xmlns="545cd914-5930-4cb5-9baa-b9fab57a369a">Others</Category>
    <Dateofsubmission xmlns="545cd914-5930-4cb5-9baa-b9fab57a369a">2024-12-30T18:30:00+00:00</Dateofsubmission>
    <Download xmlns="545cd914-5930-4cb5-9baa-b9fab57a369a" xsi:nil="true"/>
    <Owner xmlns="545cd914-5930-4cb5-9baa-b9fab57a369a">
      <UserInfo>
        <DisplayName>D&amp;A Internal Communications</DisplayName>
        <AccountId>1208</AccountId>
        <AccountType/>
      </UserInfo>
    </Owner>
    <_dlc_DocId xmlns="f2f9e722-2908-4f45-ba69-ad9b73855325">QEAH6XN5C4KF-1189238602-832</_dlc_DocId>
    <_dlc_DocIdUrl xmlns="f2f9e722-2908-4f45-ba69-ad9b73855325">
      <Url>https://accordionpartnersnyc.sharepoint.com/sites/KMMaven/_layouts/15/DocIdRedir.aspx?ID=QEAH6XN5C4KF-1189238602-832</Url>
      <Description>QEAH6XN5C4KF-1189238602-832</Description>
    </_dlc_DocIdUrl>
    <LikesCount xmlns="http://schemas.microsoft.com/sharepoint/v3" xsi:nil="true"/>
    <Ratings xmlns="http://schemas.microsoft.com/sharepoint/v3" xsi:nil="true"/>
    <LikedBy xmlns="http://schemas.microsoft.com/sharepoint/v3">
      <UserInfo>
        <DisplayName/>
        <AccountId xsi:nil="true"/>
        <AccountType/>
      </UserInfo>
    </LikedBy>
    <RatedBy xmlns="http://schemas.microsoft.com/sharepoint/v3">
      <UserInfo>
        <DisplayName/>
        <AccountId xsi:nil="true"/>
        <AccountType/>
      </UserInfo>
    </RatedBy>
    <Flag xmlns="545cd914-5930-4cb5-9baa-b9fab57a369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99543842C69184D8E7302134753A3F7" ma:contentTypeVersion="38" ma:contentTypeDescription="Create a new document." ma:contentTypeScope="" ma:versionID="fba32c9a5dcfd07394d80b914a95961c">
  <xsd:schema xmlns:xsd="http://www.w3.org/2001/XMLSchema" xmlns:xs="http://www.w3.org/2001/XMLSchema" xmlns:p="http://schemas.microsoft.com/office/2006/metadata/properties" xmlns:ns1="http://schemas.microsoft.com/sharepoint/v3" xmlns:ns2="545cd914-5930-4cb5-9baa-b9fab57a369a" xmlns:ns3="f2f9e722-2908-4f45-ba69-ad9b73855325" xmlns:ns4="91e52936-3318-4530-bf30-ae74b8b84936" targetNamespace="http://schemas.microsoft.com/office/2006/metadata/properties" ma:root="true" ma:fieldsID="2622c6b6d7ad33efb57b3d024b1c6153" ns1:_="" ns2:_="" ns3:_="" ns4:_="">
    <xsd:import namespace="http://schemas.microsoft.com/sharepoint/v3"/>
    <xsd:import namespace="545cd914-5930-4cb5-9baa-b9fab57a369a"/>
    <xsd:import namespace="f2f9e722-2908-4f45-ba69-ad9b73855325"/>
    <xsd:import namespace="91e52936-3318-4530-bf30-ae74b8b84936"/>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Owner" minOccurs="0"/>
                <xsd:element ref="ns2:Dateofsubmission" minOccurs="0"/>
                <xsd:element ref="ns2:Brief_x0020_Description" minOccurs="0"/>
                <xsd:element ref="ns2:Category" minOccurs="0"/>
                <xsd:element ref="ns2:Download" minOccurs="0"/>
                <xsd:element ref="ns3:SharedWithUsers" minOccurs="0"/>
                <xsd:element ref="ns3:SharedWithDetails" minOccurs="0"/>
                <xsd:element ref="ns2:MediaServiceDateTaken" minOccurs="0"/>
                <xsd:element ref="ns2:MediaLengthInSeconds" minOccurs="0"/>
                <xsd:element ref="ns4:TaxCatchAll" minOccurs="0"/>
                <xsd:element ref="ns2:MediaServiceOCR" minOccurs="0"/>
                <xsd:element ref="ns2:MediaServiceObjectDetectorVersions" minOccurs="0"/>
                <xsd:element ref="ns2:MediaServiceSearchProperties" minOccurs="0"/>
                <xsd:element ref="ns2:lcf76f155ced4ddcb4097134ff3c332f" minOccurs="0"/>
                <xsd:element ref="ns3:_dlc_DocId" minOccurs="0"/>
                <xsd:element ref="ns3:_dlc_DocIdUrl" minOccurs="0"/>
                <xsd:element ref="ns3:_dlc_DocIdPersistId" minOccurs="0"/>
                <xsd:element ref="ns1:AverageRating" minOccurs="0"/>
                <xsd:element ref="ns1:RatingCount" minOccurs="0"/>
                <xsd:element ref="ns1:RatedBy" minOccurs="0"/>
                <xsd:element ref="ns1:Ratings" minOccurs="0"/>
                <xsd:element ref="ns1:LikesCount" minOccurs="0"/>
                <xsd:element ref="ns1:LikedBy" minOccurs="0"/>
                <xsd:element ref="ns2:Fla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0" nillable="true" ma:displayName="Rating (0-5)" ma:decimals="2" ma:description="Average value of all the ratings that have been submitted" ma:internalName="AverageRating" ma:readOnly="true">
      <xsd:simpleType>
        <xsd:restriction base="dms:Number"/>
      </xsd:simpleType>
    </xsd:element>
    <xsd:element name="RatingCount" ma:index="31" nillable="true" ma:displayName="Number of Ratings" ma:decimals="0" ma:description="Number of ratings submitted" ma:internalName="RatingCount" ma:readOnly="true">
      <xsd:simpleType>
        <xsd:restriction base="dms:Number"/>
      </xsd:simpleType>
    </xsd:element>
    <xsd:element name="RatedBy" ma:index="32"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33" nillable="true" ma:displayName="User ratings" ma:description="User ratings for the item" ma:hidden="true" ma:internalName="Ratings">
      <xsd:simpleType>
        <xsd:restriction base="dms:Note"/>
      </xsd:simpleType>
    </xsd:element>
    <xsd:element name="LikesCount" ma:index="34" nillable="true" ma:displayName="Number of Likes" ma:internalName="LikesCount">
      <xsd:simpleType>
        <xsd:restriction base="dms:Unknown"/>
      </xsd:simpleType>
    </xsd:element>
    <xsd:element name="LikedBy" ma:index="35"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5cd914-5930-4cb5-9baa-b9fab57a36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Owner" ma:index="12" nillable="true" ma:displayName="Owner" ma:list="UserInfo" ma:SharePointGroup="0" ma:internalName="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ofsubmission" ma:index="13" nillable="true" ma:displayName="Updated date" ma:format="DateOnly" ma:internalName="Dateofsubmission" ma:readOnly="false">
      <xsd:simpleType>
        <xsd:restriction base="dms:DateTime"/>
      </xsd:simpleType>
    </xsd:element>
    <xsd:element name="Brief_x0020_Description" ma:index="14" nillable="true" ma:displayName="Brief description" ma:internalName="Brief_x0020_Description" ma:readOnly="false">
      <xsd:simpleType>
        <xsd:restriction base="dms:Note">
          <xsd:maxLength value="255"/>
        </xsd:restriction>
      </xsd:simpleType>
    </xsd:element>
    <xsd:element name="Category" ma:index="15" nillable="true" ma:displayName="Category" ma:default="Value Creation" ma:format="Dropdown" ma:internalName="Category" ma:readOnly="false">
      <xsd:simpleType>
        <xsd:restriction base="dms:Choice">
          <xsd:enumeration value="Value Creation"/>
          <xsd:enumeration value="Data Management"/>
          <xsd:enumeration value="Data Science"/>
          <xsd:enumeration value="Others"/>
          <xsd:enumeration value="Archive"/>
        </xsd:restriction>
      </xsd:simpleType>
    </xsd:element>
    <xsd:element name="Download" ma:index="16" nillable="true" ma:displayName="Download" ma:internalName="Download" ma:readOnly="false">
      <xsd:simpleType>
        <xsd:restriction base="dms:Text">
          <xsd:maxLength value="255"/>
        </xsd:restriction>
      </xsd:simpleType>
    </xsd:element>
    <xsd:element name="MediaServiceDateTaken" ma:index="19" nillable="true" ma:displayName="MediaServiceDateTaken" ma:descriptio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bbd4c77c-8557-430d-aed1-bde03d509f27" ma:termSetId="09814cd3-568e-fe90-9814-8d621ff8fb84" ma:anchorId="fba54fb3-c3e1-fe81-a776-ca4b69148c4d" ma:open="true" ma:isKeyword="false">
      <xsd:complexType>
        <xsd:sequence>
          <xsd:element ref="pc:Terms" minOccurs="0" maxOccurs="1"/>
        </xsd:sequence>
      </xsd:complexType>
    </xsd:element>
    <xsd:element name="Flag" ma:index="36" nillable="true" ma:displayName="Flag" ma:format="Dropdown" ma:internalName="Flag">
      <xsd:simpleType>
        <xsd:restriction base="dms:Choice">
          <xsd:enumeration value="Yes"/>
          <xsd:enumeration value="No"/>
        </xsd:restriction>
      </xsd:simpleType>
    </xsd:element>
  </xsd:schema>
  <xsd:schema xmlns:xsd="http://www.w3.org/2001/XMLSchema" xmlns:xs="http://www.w3.org/2001/XMLSchema" xmlns:dms="http://schemas.microsoft.com/office/2006/documentManagement/types" xmlns:pc="http://schemas.microsoft.com/office/infopath/2007/PartnerControls" targetNamespace="f2f9e722-2908-4f45-ba69-ad9b73855325" elementFormDefault="qualified">
    <xsd:import namespace="http://schemas.microsoft.com/office/2006/documentManagement/types"/>
    <xsd:import namespace="http://schemas.microsoft.com/office/infopath/2007/PartnerControls"/>
    <xsd:element name="SharedWithUsers" ma:index="17"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_dlc_DocId" ma:index="27" nillable="true" ma:displayName="Document ID Value" ma:description="The value of the document ID assigned to this item." ma:indexed="true" ma:internalName="_dlc_DocId" ma:readOnly="true">
      <xsd:simpleType>
        <xsd:restriction base="dms:Text"/>
      </xsd:simpleType>
    </xsd:element>
    <xsd:element name="_dlc_DocIdUrl" ma:index="28"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91e52936-3318-4530-bf30-ae74b8b84936"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1699308d-f222-480c-b86f-d9187dde0830}" ma:internalName="TaxCatchAll" ma:showField="CatchAllData" ma:web="f2f9e722-2908-4f45-ba69-ad9b738553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40305E-7075-4177-81D1-EAD5BECD731E}">
  <ds:schemaRefs>
    <ds:schemaRef ds:uri="http://schemas.microsoft.com/sharepoint/events"/>
  </ds:schemaRefs>
</ds:datastoreItem>
</file>

<file path=customXml/itemProps2.xml><?xml version="1.0" encoding="utf-8"?>
<ds:datastoreItem xmlns:ds="http://schemas.openxmlformats.org/officeDocument/2006/customXml" ds:itemID="{A63536C1-1C80-43D1-B393-298F9FA00630}">
  <ds:schemaRefs>
    <ds:schemaRef ds:uri="545cd914-5930-4cb5-9baa-b9fab57a369a"/>
    <ds:schemaRef ds:uri="91e52936-3318-4530-bf30-ae74b8b84936"/>
    <ds:schemaRef ds:uri="f2f9e722-2908-4f45-ba69-ad9b738553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40C98D7-483F-45C0-9770-EBC17A516EEE}">
  <ds:schemaRefs>
    <ds:schemaRef ds:uri="545cd914-5930-4cb5-9baa-b9fab57a369a"/>
    <ds:schemaRef ds:uri="91e52936-3318-4530-bf30-ae74b8b84936"/>
    <ds:schemaRef ds:uri="f2f9e722-2908-4f45-ba69-ad9b738553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DAB97DF5-7F64-475F-97B2-B25F2FDEEE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Accordion Slide Master - 2024</Template>
  <TotalTime>69</TotalTime>
  <Words>688</Words>
  <Application>Microsoft Office PowerPoint</Application>
  <PresentationFormat>Widescreen</PresentationFormat>
  <Paragraphs>84</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Calibri</vt:lpstr>
      <vt:lpstr>Messina Sans</vt:lpstr>
      <vt:lpstr>Messina Sans Book</vt:lpstr>
      <vt:lpstr>Messina Sans Mono</vt:lpstr>
      <vt:lpstr>Messina Sans Mono Book</vt:lpstr>
      <vt:lpstr>Messina Sans Mono Light</vt:lpstr>
      <vt:lpstr>Messina Sans SemiBold</vt:lpstr>
      <vt:lpstr>Accordion Slide Master - 2024</vt:lpstr>
      <vt:lpstr>Sainbury’s – Agentic AI Store Assistant</vt:lpstr>
      <vt:lpstr>PowerPoint Presentation</vt:lpstr>
      <vt:lpstr>Overview</vt:lpstr>
      <vt:lpstr>AI-Powered Store Assistant Sainsbury's Retail Chain Solution</vt:lpstr>
      <vt:lpstr>Methodology &amp; Strategic Decision-Making</vt:lpstr>
      <vt:lpstr>End-to-End Process Flow &amp; Data Pipeline</vt:lpstr>
      <vt:lpstr>User Interface &amp; Core Functionalities</vt:lpstr>
      <vt:lpstr>PowerPoint Presentation</vt:lpstr>
      <vt:lpstr>Q&amp;A Capabilities &amp; Technical Excellence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Ashton Erickson</dc:creator>
  <cp:lastModifiedBy>Rahul Thatikonda</cp:lastModifiedBy>
  <cp:revision>2</cp:revision>
  <dcterms:created xsi:type="dcterms:W3CDTF">2024-03-20T15:02:33Z</dcterms:created>
  <dcterms:modified xsi:type="dcterms:W3CDTF">2025-11-09T18:28:51Z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0x010100899543842C69184D8E7302134753A3F7</vt:lpwstr>
  </property>
  <property fmtid="{D5CDD505-2E9C-101B-9397-08002B2CF9AE}" pid="3" name="MMDDepartment">
    <vt:lpwstr>963;#Business Development|932d553a-134e-4b5f-9242-dd57349a120e;#965;#Marketing|f337241a-0def-4426-b9a9-50b6d6bd6169</vt:lpwstr>
  </property>
  <property fmtid="{D5CDD505-2E9C-101B-9397-08002B2CF9AE}" pid="4" name="MMDCategory">
    <vt:lpwstr>962;#Proposals Materials|c365471f-0031-474f-9359-83083577f1e8</vt:lpwstr>
  </property>
  <property fmtid="{D5CDD505-2E9C-101B-9397-08002B2CF9AE}" pid="5" name="MediaServiceImageTags">
    <vt:lpwstr/>
  </property>
  <property fmtid="{D5CDD505-2E9C-101B-9397-08002B2CF9AE}" pid="6" name="Practice">
    <vt:lpwstr/>
  </property>
  <property fmtid="{D5CDD505-2E9C-101B-9397-08002B2CF9AE}" pid="7" name="Order">
    <vt:lpwstr>83200.0000000000</vt:lpwstr>
  </property>
  <property fmtid="{D5CDD505-2E9C-101B-9397-08002B2CF9AE}" pid="8" name="_dlc_DocIdItemGuid">
    <vt:lpwstr>4ca00a32-2883-4a26-873e-6fad975d7d6e</vt:lpwstr>
  </property>
</Properties>
</file>